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78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11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12"/>
    <p:sldId id="269" r:id="rId10"/>
    <p:sldId id="270" r:id="rId9"/>
    <p:sldId id="271" r:id="rId8"/>
    <p:sldId id="272" r:id="rId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  <p:cmAuthor id="1483810881" name="WPS_1679281038" initials="W" lastIdx="1" clrIdx="2"/>
  <p:cmAuthor id="911203168" name="z  Z" initials="z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7.xml"/><Relationship Id="rId8" Type="http://schemas.openxmlformats.org/officeDocument/2006/relationships/slide" Target="slides/slide16.xml"/><Relationship Id="rId9" Type="http://schemas.openxmlformats.org/officeDocument/2006/relationships/slide" Target="slides/slide15.xml"/><Relationship Id="rId10" Type="http://schemas.openxmlformats.org/officeDocument/2006/relationships/slide" Target="slides/slide1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3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commentAuthors" Target="commentAuthors.xml"/><Relationship Id="rId29" Type="http://schemas.openxmlformats.org/officeDocument/2006/relationships/tags" Target="tags/tag2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tags" Target="../tags/tag64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tags" Target="../tags/tag65.xml"/><Relationship Id="rId9" Type="http://schemas.openxmlformats.org/officeDocument/2006/relationships/tags" Target="../tags/tag66.xml"/><Relationship Id="rId10" Type="http://schemas.openxmlformats.org/officeDocument/2006/relationships/tags" Target="../tags/tag67.xml"/><Relationship Id="rId11" Type="http://schemas.openxmlformats.org/officeDocument/2006/relationships/tags" Target="../tags/tag68.xml"/><Relationship Id="rId12" Type="http://schemas.openxmlformats.org/officeDocument/2006/relationships/tags" Target="../tags/tag69.xml"/><Relationship Id="rId13" Type="http://schemas.openxmlformats.org/officeDocument/2006/relationships/tags" Target="../tags/tag70.xml"/><Relationship Id="rId14" Type="http://schemas.openxmlformats.org/officeDocument/2006/relationships/tags" Target="../tags/tag71.xml"/><Relationship Id="rId15" Type="http://schemas.openxmlformats.org/officeDocument/2006/relationships/tags" Target="../tags/tag72.xml"/><Relationship Id="rId16" Type="http://schemas.openxmlformats.org/officeDocument/2006/relationships/tags" Target="../tags/tag73.xml"/><Relationship Id="rId17" Type="http://schemas.openxmlformats.org/officeDocument/2006/relationships/tags" Target="../tags/tag74.xml"/><Relationship Id="rId18" Type="http://schemas.openxmlformats.org/officeDocument/2006/relationships/tags" Target="../tags/tag75.xml"/><Relationship Id="rId19" Type="http://schemas.openxmlformats.org/officeDocument/2006/relationships/tags" Target="../tags/tag76.xml"/><Relationship Id="rId20" Type="http://schemas.openxmlformats.org/officeDocument/2006/relationships/tags" Target="../tags/tag77.xml"/><Relationship Id="rId21" Type="http://schemas.openxmlformats.org/officeDocument/2006/relationships/tags" Target="../tags/tag78.xml"/><Relationship Id="rId22" Type="http://schemas.openxmlformats.org/officeDocument/2006/relationships/tags" Target="../tags/tag79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8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tags" Target="../tags/tag87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tags" Target="../tags/tag88.xml"/><Relationship Id="rId9" Type="http://schemas.openxmlformats.org/officeDocument/2006/relationships/tags" Target="../tags/tag89.xml"/><Relationship Id="rId10" Type="http://schemas.openxmlformats.org/officeDocument/2006/relationships/tags" Target="../tags/tag90.xml"/><Relationship Id="rId11" Type="http://schemas.openxmlformats.org/officeDocument/2006/relationships/tags" Target="../tags/tag91.xml"/><Relationship Id="rId12" Type="http://schemas.openxmlformats.org/officeDocument/2006/relationships/tags" Target="../tags/tag92.xml"/><Relationship Id="rId13" Type="http://schemas.openxmlformats.org/officeDocument/2006/relationships/tags" Target="../tags/tag93.xml"/><Relationship Id="rId14" Type="http://schemas.openxmlformats.org/officeDocument/2006/relationships/tags" Target="../tags/tag94.xml"/><Relationship Id="rId15" Type="http://schemas.openxmlformats.org/officeDocument/2006/relationships/tags" Target="../tags/tag95.xml"/><Relationship Id="rId16" Type="http://schemas.openxmlformats.org/officeDocument/2006/relationships/tags" Target="../tags/tag96.xml"/><Relationship Id="rId17" Type="http://schemas.openxmlformats.org/officeDocument/2006/relationships/tags" Target="../tags/tag97.xml"/><Relationship Id="rId18" Type="http://schemas.openxmlformats.org/officeDocument/2006/relationships/tags" Target="../tags/tag98.xml"/><Relationship Id="rId19" Type="http://schemas.openxmlformats.org/officeDocument/2006/relationships/tags" Target="../tags/tag99.xml"/><Relationship Id="rId20" Type="http://schemas.openxmlformats.org/officeDocument/2006/relationships/tags" Target="../tags/tag100.xml"/><Relationship Id="rId21" Type="http://schemas.openxmlformats.org/officeDocument/2006/relationships/tags" Target="../tags/tag101.xml"/><Relationship Id="rId22" Type="http://schemas.openxmlformats.org/officeDocument/2006/relationships/tags" Target="../tags/tag10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109.xml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tags" Target="../tags/tag112.xml"/><Relationship Id="rId8" Type="http://schemas.openxmlformats.org/officeDocument/2006/relationships/tags" Target="../tags/tag113.xml"/><Relationship Id="rId9" Type="http://schemas.openxmlformats.org/officeDocument/2006/relationships/tags" Target="../tags/tag114.xml"/><Relationship Id="rId10" Type="http://schemas.openxmlformats.org/officeDocument/2006/relationships/tags" Target="../tags/tag115.xml"/><Relationship Id="rId11" Type="http://schemas.openxmlformats.org/officeDocument/2006/relationships/tags" Target="../tags/tag116.xml"/><Relationship Id="rId12" Type="http://schemas.openxmlformats.org/officeDocument/2006/relationships/tags" Target="../tags/tag117.xml"/><Relationship Id="rId13" Type="http://schemas.openxmlformats.org/officeDocument/2006/relationships/tags" Target="../tags/tag118.xml"/><Relationship Id="rId14" Type="http://schemas.openxmlformats.org/officeDocument/2006/relationships/tags" Target="../tags/tag119.xml"/><Relationship Id="rId15" Type="http://schemas.openxmlformats.org/officeDocument/2006/relationships/tags" Target="../tags/tag120.xml"/><Relationship Id="rId16" Type="http://schemas.openxmlformats.org/officeDocument/2006/relationships/tags" Target="../tags/tag121.xml"/><Relationship Id="rId17" Type="http://schemas.openxmlformats.org/officeDocument/2006/relationships/tags" Target="../tags/tag122.xml"/><Relationship Id="rId18" Type="http://schemas.openxmlformats.org/officeDocument/2006/relationships/tags" Target="../tags/tag123.xml"/><Relationship Id="rId19" Type="http://schemas.openxmlformats.org/officeDocument/2006/relationships/tags" Target="../tags/tag124.xml"/><Relationship Id="rId20" Type="http://schemas.openxmlformats.org/officeDocument/2006/relationships/tags" Target="../tags/tag125.xml"/><Relationship Id="rId21" Type="http://schemas.openxmlformats.org/officeDocument/2006/relationships/tags" Target="../tags/tag126.xml"/><Relationship Id="rId22" Type="http://schemas.openxmlformats.org/officeDocument/2006/relationships/tags" Target="../tags/tag127.xml"/><Relationship Id="rId23" Type="http://schemas.openxmlformats.org/officeDocument/2006/relationships/tags" Target="../tags/tag128.xml"/><Relationship Id="rId24" Type="http://schemas.openxmlformats.org/officeDocument/2006/relationships/tags" Target="../tags/tag129.xml"/><Relationship Id="rId25" Type="http://schemas.openxmlformats.org/officeDocument/2006/relationships/tags" Target="../tags/tag130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37.xml"/><Relationship Id="rId3" Type="http://schemas.openxmlformats.org/officeDocument/2006/relationships/image" Target="../media/image7.jpeg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41.xml"/><Relationship Id="rId3" Type="http://schemas.openxmlformats.org/officeDocument/2006/relationships/tags" Target="../tags/tag142.xml"/><Relationship Id="rId4" Type="http://schemas.openxmlformats.org/officeDocument/2006/relationships/tags" Target="../tags/tag143.xml"/><Relationship Id="rId5" Type="http://schemas.openxmlformats.org/officeDocument/2006/relationships/tags" Target="../tags/tag144.xml"/><Relationship Id="rId6" Type="http://schemas.openxmlformats.org/officeDocument/2006/relationships/tags" Target="../tags/tag14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46.xml"/><Relationship Id="rId3" Type="http://schemas.openxmlformats.org/officeDocument/2006/relationships/image" Target="../media/image7.jpeg"/><Relationship Id="rId4" Type="http://schemas.openxmlformats.org/officeDocument/2006/relationships/tags" Target="../tags/tag147.xml"/><Relationship Id="rId5" Type="http://schemas.openxmlformats.org/officeDocument/2006/relationships/tags" Target="../tags/tag148.xml"/><Relationship Id="rId6" Type="http://schemas.openxmlformats.org/officeDocument/2006/relationships/tags" Target="../tags/tag149.xml"/><Relationship Id="rId7" Type="http://schemas.openxmlformats.org/officeDocument/2006/relationships/tags" Target="../tags/tag15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51.xml"/><Relationship Id="rId3" Type="http://schemas.openxmlformats.org/officeDocument/2006/relationships/image" Target="../media/image7.jpeg"/><Relationship Id="rId4" Type="http://schemas.openxmlformats.org/officeDocument/2006/relationships/tags" Target="../tags/tag152.xml"/><Relationship Id="rId5" Type="http://schemas.openxmlformats.org/officeDocument/2006/relationships/tags" Target="../tags/tag153.xml"/><Relationship Id="rId6" Type="http://schemas.openxmlformats.org/officeDocument/2006/relationships/tags" Target="../tags/tag154.xml"/><Relationship Id="rId7" Type="http://schemas.openxmlformats.org/officeDocument/2006/relationships/tags" Target="../tags/tag155.xml"/><Relationship Id="rId8" Type="http://schemas.openxmlformats.org/officeDocument/2006/relationships/tags" Target="../tags/tag156.xml"/><Relationship Id="rId9" Type="http://schemas.openxmlformats.org/officeDocument/2006/relationships/tags" Target="../tags/tag15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58.xml"/><Relationship Id="rId3" Type="http://schemas.openxmlformats.org/officeDocument/2006/relationships/tags" Target="../tags/tag159.xml"/><Relationship Id="rId4" Type="http://schemas.openxmlformats.org/officeDocument/2006/relationships/tags" Target="../tags/tag160.xml"/><Relationship Id="rId5" Type="http://schemas.openxmlformats.org/officeDocument/2006/relationships/tags" Target="../tags/tag161.xml"/><Relationship Id="rId6" Type="http://schemas.openxmlformats.org/officeDocument/2006/relationships/tags" Target="../tags/tag162.xml"/><Relationship Id="rId7" Type="http://schemas.openxmlformats.org/officeDocument/2006/relationships/tags" Target="../tags/tag16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tags" Target="../tags/tag169.xml"/><Relationship Id="rId8" Type="http://schemas.openxmlformats.org/officeDocument/2006/relationships/tags" Target="../tags/tag170.xml"/><Relationship Id="rId9" Type="http://schemas.openxmlformats.org/officeDocument/2006/relationships/tags" Target="../tags/tag17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72.xml"/><Relationship Id="rId3" Type="http://schemas.openxmlformats.org/officeDocument/2006/relationships/tags" Target="../tags/tag173.xml"/><Relationship Id="rId4" Type="http://schemas.openxmlformats.org/officeDocument/2006/relationships/tags" Target="../tags/tag174.xml"/><Relationship Id="rId5" Type="http://schemas.openxmlformats.org/officeDocument/2006/relationships/tags" Target="../tags/tag17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79.xml"/><Relationship Id="rId3" Type="http://schemas.openxmlformats.org/officeDocument/2006/relationships/tags" Target="../tags/tag180.xml"/><Relationship Id="rId4" Type="http://schemas.openxmlformats.org/officeDocument/2006/relationships/tags" Target="../tags/tag181.xml"/><Relationship Id="rId5" Type="http://schemas.openxmlformats.org/officeDocument/2006/relationships/tags" Target="../tags/tag18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tags" Target="../tags/tag187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188.xml"/><Relationship Id="rId3" Type="http://schemas.openxmlformats.org/officeDocument/2006/relationships/image" Target="../media/image7.jpeg"/><Relationship Id="rId4" Type="http://schemas.openxmlformats.org/officeDocument/2006/relationships/tags" Target="../tags/tag189.xml"/><Relationship Id="rId5" Type="http://schemas.openxmlformats.org/officeDocument/2006/relationships/tags" Target="../tags/tag19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波浪3资源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143875" y="0"/>
            <a:ext cx="4048125" cy="4048125"/>
          </a:xfrm>
          <a:prstGeom prst="rect">
            <a:avLst/>
          </a:prstGeom>
        </p:spPr>
      </p:pic>
      <p:pic>
        <p:nvPicPr>
          <p:cNvPr id="9" name="图片 4" descr="波浪3资源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0" y="1972310"/>
            <a:ext cx="4885690" cy="4885690"/>
          </a:xfrm>
          <a:prstGeom prst="rect">
            <a:avLst/>
          </a:prstGeom>
        </p:spPr>
      </p:pic>
      <p:sp>
        <p:nvSpPr>
          <p:cNvPr id="11" name="椭圆 10"/>
          <p:cNvSpPr/>
          <p:nvPr userDrawn="1">
            <p:custDataLst>
              <p:tags r:id="rId8"/>
            </p:custDataLst>
          </p:nvPr>
        </p:nvSpPr>
        <p:spPr>
          <a:xfrm>
            <a:off x="1337945" y="4248785"/>
            <a:ext cx="1040130" cy="104013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9"/>
            </p:custDataLst>
          </p:nvPr>
        </p:nvSpPr>
        <p:spPr>
          <a:xfrm>
            <a:off x="1191895" y="4102735"/>
            <a:ext cx="1332230" cy="133223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10"/>
            </p:custDataLst>
          </p:nvPr>
        </p:nvSpPr>
        <p:spPr>
          <a:xfrm>
            <a:off x="1048385" y="3959225"/>
            <a:ext cx="1620520" cy="162052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11"/>
            </p:custDataLst>
          </p:nvPr>
        </p:nvSpPr>
        <p:spPr>
          <a:xfrm>
            <a:off x="908685" y="3819525"/>
            <a:ext cx="1899920" cy="189992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12"/>
            </p:custDataLst>
          </p:nvPr>
        </p:nvSpPr>
        <p:spPr>
          <a:xfrm>
            <a:off x="756285" y="3667125"/>
            <a:ext cx="2204085" cy="2204085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>
            <p:custDataLst>
              <p:tags r:id="rId13"/>
            </p:custDataLst>
          </p:nvPr>
        </p:nvSpPr>
        <p:spPr>
          <a:xfrm>
            <a:off x="9814560" y="1293495"/>
            <a:ext cx="992505" cy="992505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14"/>
            </p:custDataLst>
          </p:nvPr>
        </p:nvSpPr>
        <p:spPr>
          <a:xfrm>
            <a:off x="9675495" y="1154430"/>
            <a:ext cx="1271270" cy="1271270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>
            <p:custDataLst>
              <p:tags r:id="rId15"/>
            </p:custDataLst>
          </p:nvPr>
        </p:nvSpPr>
        <p:spPr>
          <a:xfrm>
            <a:off x="9538335" y="1017270"/>
            <a:ext cx="1546225" cy="1546225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 userDrawn="1">
            <p:custDataLst>
              <p:tags r:id="rId16"/>
            </p:custDataLst>
          </p:nvPr>
        </p:nvSpPr>
        <p:spPr>
          <a:xfrm>
            <a:off x="9404985" y="883920"/>
            <a:ext cx="1812925" cy="1812925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>
            <p:custDataLst>
              <p:tags r:id="rId17"/>
            </p:custDataLst>
          </p:nvPr>
        </p:nvSpPr>
        <p:spPr>
          <a:xfrm>
            <a:off x="9259570" y="738505"/>
            <a:ext cx="2103120" cy="2103120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1526400" y="3266144"/>
            <a:ext cx="9144000" cy="2006395"/>
          </a:xfrm>
        </p:spPr>
        <p:txBody>
          <a:bodyPr anchor="t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1524000" y="856666"/>
            <a:ext cx="9144000" cy="2203901"/>
          </a:xfrm>
        </p:spPr>
        <p:txBody>
          <a:bodyPr anchor="b">
            <a:normAutofit/>
          </a:bodyPr>
          <a:lstStyle>
            <a:lvl1pPr marL="0" indent="0" algn="ctr">
              <a:buNone/>
              <a:defRPr sz="6000" b="1">
                <a:ln>
                  <a:solidFill>
                    <a:schemeClr val="accent4">
                      <a:alpha val="40000"/>
                    </a:schemeClr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波浪3资源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143875" y="0"/>
            <a:ext cx="4048125" cy="4048125"/>
          </a:xfrm>
          <a:prstGeom prst="rect">
            <a:avLst/>
          </a:prstGeom>
        </p:spPr>
      </p:pic>
      <p:pic>
        <p:nvPicPr>
          <p:cNvPr id="9" name="图片 4" descr="波浪3资源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0" y="1972310"/>
            <a:ext cx="4885690" cy="4885690"/>
          </a:xfrm>
          <a:prstGeom prst="rect">
            <a:avLst/>
          </a:prstGeom>
        </p:spPr>
      </p:pic>
      <p:sp>
        <p:nvSpPr>
          <p:cNvPr id="11" name="椭圆 10"/>
          <p:cNvSpPr/>
          <p:nvPr userDrawn="1">
            <p:custDataLst>
              <p:tags r:id="rId8"/>
            </p:custDataLst>
          </p:nvPr>
        </p:nvSpPr>
        <p:spPr>
          <a:xfrm>
            <a:off x="1337945" y="4248785"/>
            <a:ext cx="1040130" cy="104013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9"/>
            </p:custDataLst>
          </p:nvPr>
        </p:nvSpPr>
        <p:spPr>
          <a:xfrm>
            <a:off x="1191895" y="4102735"/>
            <a:ext cx="1332230" cy="133223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10"/>
            </p:custDataLst>
          </p:nvPr>
        </p:nvSpPr>
        <p:spPr>
          <a:xfrm>
            <a:off x="1048385" y="3959225"/>
            <a:ext cx="1620520" cy="162052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11"/>
            </p:custDataLst>
          </p:nvPr>
        </p:nvSpPr>
        <p:spPr>
          <a:xfrm>
            <a:off x="908685" y="3819525"/>
            <a:ext cx="1899920" cy="1899920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12"/>
            </p:custDataLst>
          </p:nvPr>
        </p:nvSpPr>
        <p:spPr>
          <a:xfrm>
            <a:off x="756285" y="3667125"/>
            <a:ext cx="2204085" cy="2204085"/>
          </a:xfrm>
          <a:prstGeom prst="ellipse">
            <a:avLst/>
          </a:prstGeom>
          <a:noFill/>
          <a:ln>
            <a:solidFill>
              <a:schemeClr val="accent5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>
            <p:custDataLst>
              <p:tags r:id="rId13"/>
            </p:custDataLst>
          </p:nvPr>
        </p:nvSpPr>
        <p:spPr>
          <a:xfrm>
            <a:off x="9814560" y="1293495"/>
            <a:ext cx="992505" cy="992505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14"/>
            </p:custDataLst>
          </p:nvPr>
        </p:nvSpPr>
        <p:spPr>
          <a:xfrm>
            <a:off x="9675495" y="1154430"/>
            <a:ext cx="1271270" cy="1271270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>
            <p:custDataLst>
              <p:tags r:id="rId15"/>
            </p:custDataLst>
          </p:nvPr>
        </p:nvSpPr>
        <p:spPr>
          <a:xfrm>
            <a:off x="9538335" y="1017270"/>
            <a:ext cx="1546225" cy="1546225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 userDrawn="1">
            <p:custDataLst>
              <p:tags r:id="rId16"/>
            </p:custDataLst>
          </p:nvPr>
        </p:nvSpPr>
        <p:spPr>
          <a:xfrm>
            <a:off x="9404985" y="883920"/>
            <a:ext cx="1812925" cy="1812925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>
            <p:custDataLst>
              <p:tags r:id="rId17"/>
            </p:custDataLst>
          </p:nvPr>
        </p:nvSpPr>
        <p:spPr>
          <a:xfrm>
            <a:off x="9259570" y="738505"/>
            <a:ext cx="2103120" cy="2103120"/>
          </a:xfrm>
          <a:prstGeom prst="ellipse">
            <a:avLst/>
          </a:prstGeom>
          <a:noFill/>
          <a:ln>
            <a:solidFill>
              <a:schemeClr val="accent5">
                <a:alpha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1526400" y="3266144"/>
            <a:ext cx="9144000" cy="2006395"/>
          </a:xfrm>
        </p:spPr>
        <p:txBody>
          <a:bodyPr anchor="t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1524000" y="856666"/>
            <a:ext cx="9144000" cy="2203901"/>
          </a:xfrm>
        </p:spPr>
        <p:txBody>
          <a:bodyPr anchor="b">
            <a:normAutofit/>
          </a:bodyPr>
          <a:lstStyle>
            <a:lvl1pPr marL="0" indent="0" algn="ctr">
              <a:buNone/>
              <a:defRPr sz="6000" b="1">
                <a:ln>
                  <a:solidFill>
                    <a:schemeClr val="accent4">
                      <a:alpha val="40000"/>
                    </a:schemeClr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8" descr="波浪3资源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3" name="椭圆 22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rot="10800000">
            <a:off x="8393430" y="658495"/>
            <a:ext cx="113665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rot="10800000">
            <a:off x="8393430" y="1012190"/>
            <a:ext cx="113665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rot="10800000">
            <a:off x="8797925" y="657860"/>
            <a:ext cx="11303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rot="10800000">
            <a:off x="8797925" y="1012190"/>
            <a:ext cx="11303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9202420" y="657860"/>
            <a:ext cx="11303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rot="10800000">
            <a:off x="9202420" y="1012190"/>
            <a:ext cx="11303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>
            <a:spLocks noChangeAspect="1"/>
          </p:cNvSpPr>
          <p:nvPr userDrawn="1">
            <p:custDataLst>
              <p:tags r:id="rId11"/>
            </p:custDataLst>
          </p:nvPr>
        </p:nvSpPr>
        <p:spPr>
          <a:xfrm rot="10800000">
            <a:off x="9606915" y="657860"/>
            <a:ext cx="11303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 rot="10800000">
            <a:off x="9606915" y="1012190"/>
            <a:ext cx="113030" cy="1136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13"/>
            </p:custDataLst>
          </p:nvPr>
        </p:nvSpPr>
        <p:spPr>
          <a:xfrm>
            <a:off x="9776460" y="4785995"/>
            <a:ext cx="2415540" cy="1172846"/>
          </a:xfrm>
          <a:custGeom>
            <a:avLst/>
            <a:gdLst>
              <a:gd name="connsiteX0" fmla="*/ 586423 w 2415540"/>
              <a:gd name="connsiteY0" fmla="*/ 0 h 1172846"/>
              <a:gd name="connsiteX1" fmla="*/ 2415540 w 2415540"/>
              <a:gd name="connsiteY1" fmla="*/ 0 h 1172846"/>
              <a:gd name="connsiteX2" fmla="*/ 2415540 w 2415540"/>
              <a:gd name="connsiteY2" fmla="*/ 1172846 h 1172846"/>
              <a:gd name="connsiteX3" fmla="*/ 586423 w 2415540"/>
              <a:gd name="connsiteY3" fmla="*/ 1172845 h 1172846"/>
              <a:gd name="connsiteX4" fmla="*/ 11914 w 2415540"/>
              <a:gd name="connsiteY4" fmla="*/ 704607 h 1172846"/>
              <a:gd name="connsiteX5" fmla="*/ 0 w 2415540"/>
              <a:gd name="connsiteY5" fmla="*/ 586423 h 1172846"/>
              <a:gd name="connsiteX6" fmla="*/ 11914 w 2415540"/>
              <a:gd name="connsiteY6" fmla="*/ 468238 h 1172846"/>
              <a:gd name="connsiteX7" fmla="*/ 586423 w 2415540"/>
              <a:gd name="connsiteY7" fmla="*/ 0 h 1172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15540" h="1172846">
                <a:moveTo>
                  <a:pt x="586423" y="0"/>
                </a:moveTo>
                <a:lnTo>
                  <a:pt x="2415540" y="0"/>
                </a:lnTo>
                <a:lnTo>
                  <a:pt x="2415540" y="1172846"/>
                </a:lnTo>
                <a:lnTo>
                  <a:pt x="586423" y="1172845"/>
                </a:lnTo>
                <a:cubicBezTo>
                  <a:pt x="303035" y="1172845"/>
                  <a:pt x="66596" y="971830"/>
                  <a:pt x="11914" y="704607"/>
                </a:cubicBezTo>
                <a:lnTo>
                  <a:pt x="0" y="586423"/>
                </a:lnTo>
                <a:lnTo>
                  <a:pt x="11914" y="468238"/>
                </a:lnTo>
                <a:cubicBezTo>
                  <a:pt x="66596" y="201016"/>
                  <a:pt x="303035" y="0"/>
                  <a:pt x="5864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14"/>
            </p:custDataLst>
          </p:nvPr>
        </p:nvSpPr>
        <p:spPr>
          <a:xfrm>
            <a:off x="1626870" y="0"/>
            <a:ext cx="1257935" cy="628650"/>
          </a:xfrm>
          <a:custGeom>
            <a:avLst/>
            <a:gdLst>
              <a:gd name="connsiteX0" fmla="*/ 26397 w 1257910"/>
              <a:gd name="connsiteY0" fmla="*/ 0 h 799585"/>
              <a:gd name="connsiteX1" fmla="*/ 1231513 w 1257910"/>
              <a:gd name="connsiteY1" fmla="*/ 0 h 799585"/>
              <a:gd name="connsiteX2" fmla="*/ 1245132 w 1257910"/>
              <a:gd name="connsiteY2" fmla="*/ 43874 h 799585"/>
              <a:gd name="connsiteX3" fmla="*/ 1257910 w 1257910"/>
              <a:gd name="connsiteY3" fmla="*/ 170630 h 799585"/>
              <a:gd name="connsiteX4" fmla="*/ 628955 w 1257910"/>
              <a:gd name="connsiteY4" fmla="*/ 799585 h 799585"/>
              <a:gd name="connsiteX5" fmla="*/ 0 w 1257910"/>
              <a:gd name="connsiteY5" fmla="*/ 170630 h 799585"/>
              <a:gd name="connsiteX6" fmla="*/ 12778 w 1257910"/>
              <a:gd name="connsiteY6" fmla="*/ 43874 h 799585"/>
              <a:gd name="connsiteX7" fmla="*/ 26397 w 1257910"/>
              <a:gd name="connsiteY7" fmla="*/ 0 h 799585"/>
              <a:gd name="connsiteX0-1" fmla="*/ 1231513 w 1322953"/>
              <a:gd name="connsiteY0-2" fmla="*/ 0 h 799585"/>
              <a:gd name="connsiteX1-3" fmla="*/ 1245132 w 1322953"/>
              <a:gd name="connsiteY1-4" fmla="*/ 43874 h 799585"/>
              <a:gd name="connsiteX2-5" fmla="*/ 1257910 w 1322953"/>
              <a:gd name="connsiteY2-6" fmla="*/ 170630 h 799585"/>
              <a:gd name="connsiteX3-7" fmla="*/ 628955 w 1322953"/>
              <a:gd name="connsiteY3-8" fmla="*/ 799585 h 799585"/>
              <a:gd name="connsiteX4-9" fmla="*/ 0 w 1322953"/>
              <a:gd name="connsiteY4-10" fmla="*/ 170630 h 799585"/>
              <a:gd name="connsiteX5-11" fmla="*/ 12778 w 1322953"/>
              <a:gd name="connsiteY5-12" fmla="*/ 43874 h 799585"/>
              <a:gd name="connsiteX6-13" fmla="*/ 26397 w 1322953"/>
              <a:gd name="connsiteY6-14" fmla="*/ 0 h 799585"/>
              <a:gd name="connsiteX7-15" fmla="*/ 1322953 w 1322953"/>
              <a:gd name="connsiteY7-16" fmla="*/ 91440 h 799585"/>
              <a:gd name="connsiteX0-17" fmla="*/ 1231513 w 1257910"/>
              <a:gd name="connsiteY0-18" fmla="*/ 0 h 799585"/>
              <a:gd name="connsiteX1-19" fmla="*/ 1245132 w 1257910"/>
              <a:gd name="connsiteY1-20" fmla="*/ 43874 h 799585"/>
              <a:gd name="connsiteX2-21" fmla="*/ 1257910 w 1257910"/>
              <a:gd name="connsiteY2-22" fmla="*/ 170630 h 799585"/>
              <a:gd name="connsiteX3-23" fmla="*/ 628955 w 1257910"/>
              <a:gd name="connsiteY3-24" fmla="*/ 799585 h 799585"/>
              <a:gd name="connsiteX4-25" fmla="*/ 0 w 1257910"/>
              <a:gd name="connsiteY4-26" fmla="*/ 170630 h 799585"/>
              <a:gd name="connsiteX5-27" fmla="*/ 12778 w 1257910"/>
              <a:gd name="connsiteY5-28" fmla="*/ 43874 h 799585"/>
              <a:gd name="connsiteX6-29" fmla="*/ 26397 w 1257910"/>
              <a:gd name="connsiteY6-30" fmla="*/ 0 h 799585"/>
              <a:gd name="connsiteX0-31" fmla="*/ 1245132 w 1257910"/>
              <a:gd name="connsiteY0-32" fmla="*/ 43874 h 799585"/>
              <a:gd name="connsiteX1-33" fmla="*/ 1257910 w 1257910"/>
              <a:gd name="connsiteY1-34" fmla="*/ 170630 h 799585"/>
              <a:gd name="connsiteX2-35" fmla="*/ 628955 w 1257910"/>
              <a:gd name="connsiteY2-36" fmla="*/ 799585 h 799585"/>
              <a:gd name="connsiteX3-37" fmla="*/ 0 w 1257910"/>
              <a:gd name="connsiteY3-38" fmla="*/ 170630 h 799585"/>
              <a:gd name="connsiteX4-39" fmla="*/ 12778 w 1257910"/>
              <a:gd name="connsiteY4-40" fmla="*/ 43874 h 799585"/>
              <a:gd name="connsiteX5-41" fmla="*/ 26397 w 1257910"/>
              <a:gd name="connsiteY5-42" fmla="*/ 0 h 799585"/>
              <a:gd name="connsiteX0-43" fmla="*/ 1245132 w 1257910"/>
              <a:gd name="connsiteY0-44" fmla="*/ 0 h 755711"/>
              <a:gd name="connsiteX1-45" fmla="*/ 1257910 w 1257910"/>
              <a:gd name="connsiteY1-46" fmla="*/ 126756 h 755711"/>
              <a:gd name="connsiteX2-47" fmla="*/ 628955 w 1257910"/>
              <a:gd name="connsiteY2-48" fmla="*/ 755711 h 755711"/>
              <a:gd name="connsiteX3-49" fmla="*/ 0 w 1257910"/>
              <a:gd name="connsiteY3-50" fmla="*/ 126756 h 755711"/>
              <a:gd name="connsiteX4-51" fmla="*/ 12778 w 1257910"/>
              <a:gd name="connsiteY4-52" fmla="*/ 0 h 755711"/>
              <a:gd name="connsiteX0-53" fmla="*/ 1257910 w 1257910"/>
              <a:gd name="connsiteY0-54" fmla="*/ 126756 h 755711"/>
              <a:gd name="connsiteX1-55" fmla="*/ 628955 w 1257910"/>
              <a:gd name="connsiteY1-56" fmla="*/ 755711 h 755711"/>
              <a:gd name="connsiteX2-57" fmla="*/ 0 w 1257910"/>
              <a:gd name="connsiteY2-58" fmla="*/ 126756 h 755711"/>
              <a:gd name="connsiteX3-59" fmla="*/ 12778 w 1257910"/>
              <a:gd name="connsiteY3-60" fmla="*/ 0 h 755711"/>
              <a:gd name="connsiteX0-61" fmla="*/ 1257910 w 1257910"/>
              <a:gd name="connsiteY0-62" fmla="*/ 0 h 628955"/>
              <a:gd name="connsiteX1-63" fmla="*/ 628955 w 1257910"/>
              <a:gd name="connsiteY1-64" fmla="*/ 628955 h 628955"/>
              <a:gd name="connsiteX2-65" fmla="*/ 0 w 1257910"/>
              <a:gd name="connsiteY2-66" fmla="*/ 0 h 6289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57910" h="628955">
                <a:moveTo>
                  <a:pt x="1257910" y="0"/>
                </a:moveTo>
                <a:cubicBezTo>
                  <a:pt x="1257910" y="347362"/>
                  <a:pt x="976317" y="628955"/>
                  <a:pt x="628955" y="628955"/>
                </a:cubicBezTo>
                <a:cubicBezTo>
                  <a:pt x="281593" y="628955"/>
                  <a:pt x="0" y="347362"/>
                  <a:pt x="0" y="0"/>
                </a:cubicBezTo>
              </a:path>
            </a:pathLst>
          </a:custGeom>
          <a:noFill/>
          <a:ln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15"/>
            </p:custDataLst>
          </p:nvPr>
        </p:nvSpPr>
        <p:spPr>
          <a:xfrm>
            <a:off x="1452880" y="0"/>
            <a:ext cx="1605915" cy="802640"/>
          </a:xfrm>
          <a:custGeom>
            <a:avLst/>
            <a:gdLst>
              <a:gd name="connsiteX0" fmla="*/ 26397 w 1257910"/>
              <a:gd name="connsiteY0" fmla="*/ 0 h 799585"/>
              <a:gd name="connsiteX1" fmla="*/ 1231513 w 1257910"/>
              <a:gd name="connsiteY1" fmla="*/ 0 h 799585"/>
              <a:gd name="connsiteX2" fmla="*/ 1245132 w 1257910"/>
              <a:gd name="connsiteY2" fmla="*/ 43874 h 799585"/>
              <a:gd name="connsiteX3" fmla="*/ 1257910 w 1257910"/>
              <a:gd name="connsiteY3" fmla="*/ 170630 h 799585"/>
              <a:gd name="connsiteX4" fmla="*/ 628955 w 1257910"/>
              <a:gd name="connsiteY4" fmla="*/ 799585 h 799585"/>
              <a:gd name="connsiteX5" fmla="*/ 0 w 1257910"/>
              <a:gd name="connsiteY5" fmla="*/ 170630 h 799585"/>
              <a:gd name="connsiteX6" fmla="*/ 12778 w 1257910"/>
              <a:gd name="connsiteY6" fmla="*/ 43874 h 799585"/>
              <a:gd name="connsiteX7" fmla="*/ 26397 w 1257910"/>
              <a:gd name="connsiteY7" fmla="*/ 0 h 799585"/>
              <a:gd name="connsiteX0-1" fmla="*/ 1231513 w 1322953"/>
              <a:gd name="connsiteY0-2" fmla="*/ 0 h 799585"/>
              <a:gd name="connsiteX1-3" fmla="*/ 1245132 w 1322953"/>
              <a:gd name="connsiteY1-4" fmla="*/ 43874 h 799585"/>
              <a:gd name="connsiteX2-5" fmla="*/ 1257910 w 1322953"/>
              <a:gd name="connsiteY2-6" fmla="*/ 170630 h 799585"/>
              <a:gd name="connsiteX3-7" fmla="*/ 628955 w 1322953"/>
              <a:gd name="connsiteY3-8" fmla="*/ 799585 h 799585"/>
              <a:gd name="connsiteX4-9" fmla="*/ 0 w 1322953"/>
              <a:gd name="connsiteY4-10" fmla="*/ 170630 h 799585"/>
              <a:gd name="connsiteX5-11" fmla="*/ 12778 w 1322953"/>
              <a:gd name="connsiteY5-12" fmla="*/ 43874 h 799585"/>
              <a:gd name="connsiteX6-13" fmla="*/ 26397 w 1322953"/>
              <a:gd name="connsiteY6-14" fmla="*/ 0 h 799585"/>
              <a:gd name="connsiteX7-15" fmla="*/ 1322953 w 1322953"/>
              <a:gd name="connsiteY7-16" fmla="*/ 91440 h 799585"/>
              <a:gd name="connsiteX0-17" fmla="*/ 1231513 w 1257910"/>
              <a:gd name="connsiteY0-18" fmla="*/ 0 h 799585"/>
              <a:gd name="connsiteX1-19" fmla="*/ 1245132 w 1257910"/>
              <a:gd name="connsiteY1-20" fmla="*/ 43874 h 799585"/>
              <a:gd name="connsiteX2-21" fmla="*/ 1257910 w 1257910"/>
              <a:gd name="connsiteY2-22" fmla="*/ 170630 h 799585"/>
              <a:gd name="connsiteX3-23" fmla="*/ 628955 w 1257910"/>
              <a:gd name="connsiteY3-24" fmla="*/ 799585 h 799585"/>
              <a:gd name="connsiteX4-25" fmla="*/ 0 w 1257910"/>
              <a:gd name="connsiteY4-26" fmla="*/ 170630 h 799585"/>
              <a:gd name="connsiteX5-27" fmla="*/ 12778 w 1257910"/>
              <a:gd name="connsiteY5-28" fmla="*/ 43874 h 799585"/>
              <a:gd name="connsiteX6-29" fmla="*/ 26397 w 1257910"/>
              <a:gd name="connsiteY6-30" fmla="*/ 0 h 799585"/>
              <a:gd name="connsiteX0-31" fmla="*/ 1245132 w 1257910"/>
              <a:gd name="connsiteY0-32" fmla="*/ 43874 h 799585"/>
              <a:gd name="connsiteX1-33" fmla="*/ 1257910 w 1257910"/>
              <a:gd name="connsiteY1-34" fmla="*/ 170630 h 799585"/>
              <a:gd name="connsiteX2-35" fmla="*/ 628955 w 1257910"/>
              <a:gd name="connsiteY2-36" fmla="*/ 799585 h 799585"/>
              <a:gd name="connsiteX3-37" fmla="*/ 0 w 1257910"/>
              <a:gd name="connsiteY3-38" fmla="*/ 170630 h 799585"/>
              <a:gd name="connsiteX4-39" fmla="*/ 12778 w 1257910"/>
              <a:gd name="connsiteY4-40" fmla="*/ 43874 h 799585"/>
              <a:gd name="connsiteX5-41" fmla="*/ 26397 w 1257910"/>
              <a:gd name="connsiteY5-42" fmla="*/ 0 h 799585"/>
              <a:gd name="connsiteX0-43" fmla="*/ 1245132 w 1257910"/>
              <a:gd name="connsiteY0-44" fmla="*/ 0 h 755711"/>
              <a:gd name="connsiteX1-45" fmla="*/ 1257910 w 1257910"/>
              <a:gd name="connsiteY1-46" fmla="*/ 126756 h 755711"/>
              <a:gd name="connsiteX2-47" fmla="*/ 628955 w 1257910"/>
              <a:gd name="connsiteY2-48" fmla="*/ 755711 h 755711"/>
              <a:gd name="connsiteX3-49" fmla="*/ 0 w 1257910"/>
              <a:gd name="connsiteY3-50" fmla="*/ 126756 h 755711"/>
              <a:gd name="connsiteX4-51" fmla="*/ 12778 w 1257910"/>
              <a:gd name="connsiteY4-52" fmla="*/ 0 h 755711"/>
              <a:gd name="connsiteX0-53" fmla="*/ 1257910 w 1257910"/>
              <a:gd name="connsiteY0-54" fmla="*/ 126756 h 755711"/>
              <a:gd name="connsiteX1-55" fmla="*/ 628955 w 1257910"/>
              <a:gd name="connsiteY1-56" fmla="*/ 755711 h 755711"/>
              <a:gd name="connsiteX2-57" fmla="*/ 0 w 1257910"/>
              <a:gd name="connsiteY2-58" fmla="*/ 126756 h 755711"/>
              <a:gd name="connsiteX3-59" fmla="*/ 12778 w 1257910"/>
              <a:gd name="connsiteY3-60" fmla="*/ 0 h 755711"/>
              <a:gd name="connsiteX0-61" fmla="*/ 1257910 w 1257910"/>
              <a:gd name="connsiteY0-62" fmla="*/ 0 h 628955"/>
              <a:gd name="connsiteX1-63" fmla="*/ 628955 w 1257910"/>
              <a:gd name="connsiteY1-64" fmla="*/ 628955 h 628955"/>
              <a:gd name="connsiteX2-65" fmla="*/ 0 w 1257910"/>
              <a:gd name="connsiteY2-66" fmla="*/ 0 h 6289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57910" h="628955">
                <a:moveTo>
                  <a:pt x="1257910" y="0"/>
                </a:moveTo>
                <a:cubicBezTo>
                  <a:pt x="1257910" y="347362"/>
                  <a:pt x="976317" y="628955"/>
                  <a:pt x="628955" y="628955"/>
                </a:cubicBezTo>
                <a:cubicBezTo>
                  <a:pt x="281593" y="628955"/>
                  <a:pt x="0" y="347362"/>
                  <a:pt x="0" y="0"/>
                </a:cubicBezTo>
              </a:path>
            </a:pathLst>
          </a:custGeom>
          <a:noFill/>
          <a:ln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30" name="任意多边形: 形状 29"/>
          <p:cNvSpPr/>
          <p:nvPr userDrawn="1">
            <p:custDataLst>
              <p:tags r:id="rId16"/>
            </p:custDataLst>
          </p:nvPr>
        </p:nvSpPr>
        <p:spPr>
          <a:xfrm>
            <a:off x="1285240" y="0"/>
            <a:ext cx="1941195" cy="970915"/>
          </a:xfrm>
          <a:custGeom>
            <a:avLst/>
            <a:gdLst>
              <a:gd name="connsiteX0" fmla="*/ 26397 w 1257910"/>
              <a:gd name="connsiteY0" fmla="*/ 0 h 799585"/>
              <a:gd name="connsiteX1" fmla="*/ 1231513 w 1257910"/>
              <a:gd name="connsiteY1" fmla="*/ 0 h 799585"/>
              <a:gd name="connsiteX2" fmla="*/ 1245132 w 1257910"/>
              <a:gd name="connsiteY2" fmla="*/ 43874 h 799585"/>
              <a:gd name="connsiteX3" fmla="*/ 1257910 w 1257910"/>
              <a:gd name="connsiteY3" fmla="*/ 170630 h 799585"/>
              <a:gd name="connsiteX4" fmla="*/ 628955 w 1257910"/>
              <a:gd name="connsiteY4" fmla="*/ 799585 h 799585"/>
              <a:gd name="connsiteX5" fmla="*/ 0 w 1257910"/>
              <a:gd name="connsiteY5" fmla="*/ 170630 h 799585"/>
              <a:gd name="connsiteX6" fmla="*/ 12778 w 1257910"/>
              <a:gd name="connsiteY6" fmla="*/ 43874 h 799585"/>
              <a:gd name="connsiteX7" fmla="*/ 26397 w 1257910"/>
              <a:gd name="connsiteY7" fmla="*/ 0 h 799585"/>
              <a:gd name="connsiteX0-1" fmla="*/ 1231513 w 1322953"/>
              <a:gd name="connsiteY0-2" fmla="*/ 0 h 799585"/>
              <a:gd name="connsiteX1-3" fmla="*/ 1245132 w 1322953"/>
              <a:gd name="connsiteY1-4" fmla="*/ 43874 h 799585"/>
              <a:gd name="connsiteX2-5" fmla="*/ 1257910 w 1322953"/>
              <a:gd name="connsiteY2-6" fmla="*/ 170630 h 799585"/>
              <a:gd name="connsiteX3-7" fmla="*/ 628955 w 1322953"/>
              <a:gd name="connsiteY3-8" fmla="*/ 799585 h 799585"/>
              <a:gd name="connsiteX4-9" fmla="*/ 0 w 1322953"/>
              <a:gd name="connsiteY4-10" fmla="*/ 170630 h 799585"/>
              <a:gd name="connsiteX5-11" fmla="*/ 12778 w 1322953"/>
              <a:gd name="connsiteY5-12" fmla="*/ 43874 h 799585"/>
              <a:gd name="connsiteX6-13" fmla="*/ 26397 w 1322953"/>
              <a:gd name="connsiteY6-14" fmla="*/ 0 h 799585"/>
              <a:gd name="connsiteX7-15" fmla="*/ 1322953 w 1322953"/>
              <a:gd name="connsiteY7-16" fmla="*/ 91440 h 799585"/>
              <a:gd name="connsiteX0-17" fmla="*/ 1231513 w 1257910"/>
              <a:gd name="connsiteY0-18" fmla="*/ 0 h 799585"/>
              <a:gd name="connsiteX1-19" fmla="*/ 1245132 w 1257910"/>
              <a:gd name="connsiteY1-20" fmla="*/ 43874 h 799585"/>
              <a:gd name="connsiteX2-21" fmla="*/ 1257910 w 1257910"/>
              <a:gd name="connsiteY2-22" fmla="*/ 170630 h 799585"/>
              <a:gd name="connsiteX3-23" fmla="*/ 628955 w 1257910"/>
              <a:gd name="connsiteY3-24" fmla="*/ 799585 h 799585"/>
              <a:gd name="connsiteX4-25" fmla="*/ 0 w 1257910"/>
              <a:gd name="connsiteY4-26" fmla="*/ 170630 h 799585"/>
              <a:gd name="connsiteX5-27" fmla="*/ 12778 w 1257910"/>
              <a:gd name="connsiteY5-28" fmla="*/ 43874 h 799585"/>
              <a:gd name="connsiteX6-29" fmla="*/ 26397 w 1257910"/>
              <a:gd name="connsiteY6-30" fmla="*/ 0 h 799585"/>
              <a:gd name="connsiteX0-31" fmla="*/ 1245132 w 1257910"/>
              <a:gd name="connsiteY0-32" fmla="*/ 43874 h 799585"/>
              <a:gd name="connsiteX1-33" fmla="*/ 1257910 w 1257910"/>
              <a:gd name="connsiteY1-34" fmla="*/ 170630 h 799585"/>
              <a:gd name="connsiteX2-35" fmla="*/ 628955 w 1257910"/>
              <a:gd name="connsiteY2-36" fmla="*/ 799585 h 799585"/>
              <a:gd name="connsiteX3-37" fmla="*/ 0 w 1257910"/>
              <a:gd name="connsiteY3-38" fmla="*/ 170630 h 799585"/>
              <a:gd name="connsiteX4-39" fmla="*/ 12778 w 1257910"/>
              <a:gd name="connsiteY4-40" fmla="*/ 43874 h 799585"/>
              <a:gd name="connsiteX5-41" fmla="*/ 26397 w 1257910"/>
              <a:gd name="connsiteY5-42" fmla="*/ 0 h 799585"/>
              <a:gd name="connsiteX0-43" fmla="*/ 1245132 w 1257910"/>
              <a:gd name="connsiteY0-44" fmla="*/ 0 h 755711"/>
              <a:gd name="connsiteX1-45" fmla="*/ 1257910 w 1257910"/>
              <a:gd name="connsiteY1-46" fmla="*/ 126756 h 755711"/>
              <a:gd name="connsiteX2-47" fmla="*/ 628955 w 1257910"/>
              <a:gd name="connsiteY2-48" fmla="*/ 755711 h 755711"/>
              <a:gd name="connsiteX3-49" fmla="*/ 0 w 1257910"/>
              <a:gd name="connsiteY3-50" fmla="*/ 126756 h 755711"/>
              <a:gd name="connsiteX4-51" fmla="*/ 12778 w 1257910"/>
              <a:gd name="connsiteY4-52" fmla="*/ 0 h 755711"/>
              <a:gd name="connsiteX0-53" fmla="*/ 1257910 w 1257910"/>
              <a:gd name="connsiteY0-54" fmla="*/ 126756 h 755711"/>
              <a:gd name="connsiteX1-55" fmla="*/ 628955 w 1257910"/>
              <a:gd name="connsiteY1-56" fmla="*/ 755711 h 755711"/>
              <a:gd name="connsiteX2-57" fmla="*/ 0 w 1257910"/>
              <a:gd name="connsiteY2-58" fmla="*/ 126756 h 755711"/>
              <a:gd name="connsiteX3-59" fmla="*/ 12778 w 1257910"/>
              <a:gd name="connsiteY3-60" fmla="*/ 0 h 755711"/>
              <a:gd name="connsiteX0-61" fmla="*/ 1257910 w 1257910"/>
              <a:gd name="connsiteY0-62" fmla="*/ 0 h 628955"/>
              <a:gd name="connsiteX1-63" fmla="*/ 628955 w 1257910"/>
              <a:gd name="connsiteY1-64" fmla="*/ 628955 h 628955"/>
              <a:gd name="connsiteX2-65" fmla="*/ 0 w 1257910"/>
              <a:gd name="connsiteY2-66" fmla="*/ 0 h 6289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57910" h="628955">
                <a:moveTo>
                  <a:pt x="1257910" y="0"/>
                </a:moveTo>
                <a:cubicBezTo>
                  <a:pt x="1257910" y="347362"/>
                  <a:pt x="976317" y="628955"/>
                  <a:pt x="628955" y="628955"/>
                </a:cubicBezTo>
                <a:cubicBezTo>
                  <a:pt x="281593" y="628955"/>
                  <a:pt x="0" y="347362"/>
                  <a:pt x="0" y="0"/>
                </a:cubicBezTo>
              </a:path>
            </a:pathLst>
          </a:custGeom>
          <a:noFill/>
          <a:ln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31" name="任意多边形: 形状 30"/>
          <p:cNvSpPr/>
          <p:nvPr userDrawn="1">
            <p:custDataLst>
              <p:tags r:id="rId17"/>
            </p:custDataLst>
          </p:nvPr>
        </p:nvSpPr>
        <p:spPr>
          <a:xfrm>
            <a:off x="1103630" y="0"/>
            <a:ext cx="2304415" cy="1152525"/>
          </a:xfrm>
          <a:custGeom>
            <a:avLst/>
            <a:gdLst>
              <a:gd name="connsiteX0" fmla="*/ 26397 w 1257910"/>
              <a:gd name="connsiteY0" fmla="*/ 0 h 799585"/>
              <a:gd name="connsiteX1" fmla="*/ 1231513 w 1257910"/>
              <a:gd name="connsiteY1" fmla="*/ 0 h 799585"/>
              <a:gd name="connsiteX2" fmla="*/ 1245132 w 1257910"/>
              <a:gd name="connsiteY2" fmla="*/ 43874 h 799585"/>
              <a:gd name="connsiteX3" fmla="*/ 1257910 w 1257910"/>
              <a:gd name="connsiteY3" fmla="*/ 170630 h 799585"/>
              <a:gd name="connsiteX4" fmla="*/ 628955 w 1257910"/>
              <a:gd name="connsiteY4" fmla="*/ 799585 h 799585"/>
              <a:gd name="connsiteX5" fmla="*/ 0 w 1257910"/>
              <a:gd name="connsiteY5" fmla="*/ 170630 h 799585"/>
              <a:gd name="connsiteX6" fmla="*/ 12778 w 1257910"/>
              <a:gd name="connsiteY6" fmla="*/ 43874 h 799585"/>
              <a:gd name="connsiteX7" fmla="*/ 26397 w 1257910"/>
              <a:gd name="connsiteY7" fmla="*/ 0 h 799585"/>
              <a:gd name="connsiteX0-1" fmla="*/ 1231513 w 1322953"/>
              <a:gd name="connsiteY0-2" fmla="*/ 0 h 799585"/>
              <a:gd name="connsiteX1-3" fmla="*/ 1245132 w 1322953"/>
              <a:gd name="connsiteY1-4" fmla="*/ 43874 h 799585"/>
              <a:gd name="connsiteX2-5" fmla="*/ 1257910 w 1322953"/>
              <a:gd name="connsiteY2-6" fmla="*/ 170630 h 799585"/>
              <a:gd name="connsiteX3-7" fmla="*/ 628955 w 1322953"/>
              <a:gd name="connsiteY3-8" fmla="*/ 799585 h 799585"/>
              <a:gd name="connsiteX4-9" fmla="*/ 0 w 1322953"/>
              <a:gd name="connsiteY4-10" fmla="*/ 170630 h 799585"/>
              <a:gd name="connsiteX5-11" fmla="*/ 12778 w 1322953"/>
              <a:gd name="connsiteY5-12" fmla="*/ 43874 h 799585"/>
              <a:gd name="connsiteX6-13" fmla="*/ 26397 w 1322953"/>
              <a:gd name="connsiteY6-14" fmla="*/ 0 h 799585"/>
              <a:gd name="connsiteX7-15" fmla="*/ 1322953 w 1322953"/>
              <a:gd name="connsiteY7-16" fmla="*/ 91440 h 799585"/>
              <a:gd name="connsiteX0-17" fmla="*/ 1231513 w 1257910"/>
              <a:gd name="connsiteY0-18" fmla="*/ 0 h 799585"/>
              <a:gd name="connsiteX1-19" fmla="*/ 1245132 w 1257910"/>
              <a:gd name="connsiteY1-20" fmla="*/ 43874 h 799585"/>
              <a:gd name="connsiteX2-21" fmla="*/ 1257910 w 1257910"/>
              <a:gd name="connsiteY2-22" fmla="*/ 170630 h 799585"/>
              <a:gd name="connsiteX3-23" fmla="*/ 628955 w 1257910"/>
              <a:gd name="connsiteY3-24" fmla="*/ 799585 h 799585"/>
              <a:gd name="connsiteX4-25" fmla="*/ 0 w 1257910"/>
              <a:gd name="connsiteY4-26" fmla="*/ 170630 h 799585"/>
              <a:gd name="connsiteX5-27" fmla="*/ 12778 w 1257910"/>
              <a:gd name="connsiteY5-28" fmla="*/ 43874 h 799585"/>
              <a:gd name="connsiteX6-29" fmla="*/ 26397 w 1257910"/>
              <a:gd name="connsiteY6-30" fmla="*/ 0 h 799585"/>
              <a:gd name="connsiteX0-31" fmla="*/ 1245132 w 1257910"/>
              <a:gd name="connsiteY0-32" fmla="*/ 43874 h 799585"/>
              <a:gd name="connsiteX1-33" fmla="*/ 1257910 w 1257910"/>
              <a:gd name="connsiteY1-34" fmla="*/ 170630 h 799585"/>
              <a:gd name="connsiteX2-35" fmla="*/ 628955 w 1257910"/>
              <a:gd name="connsiteY2-36" fmla="*/ 799585 h 799585"/>
              <a:gd name="connsiteX3-37" fmla="*/ 0 w 1257910"/>
              <a:gd name="connsiteY3-38" fmla="*/ 170630 h 799585"/>
              <a:gd name="connsiteX4-39" fmla="*/ 12778 w 1257910"/>
              <a:gd name="connsiteY4-40" fmla="*/ 43874 h 799585"/>
              <a:gd name="connsiteX5-41" fmla="*/ 26397 w 1257910"/>
              <a:gd name="connsiteY5-42" fmla="*/ 0 h 799585"/>
              <a:gd name="connsiteX0-43" fmla="*/ 1245132 w 1257910"/>
              <a:gd name="connsiteY0-44" fmla="*/ 0 h 755711"/>
              <a:gd name="connsiteX1-45" fmla="*/ 1257910 w 1257910"/>
              <a:gd name="connsiteY1-46" fmla="*/ 126756 h 755711"/>
              <a:gd name="connsiteX2-47" fmla="*/ 628955 w 1257910"/>
              <a:gd name="connsiteY2-48" fmla="*/ 755711 h 755711"/>
              <a:gd name="connsiteX3-49" fmla="*/ 0 w 1257910"/>
              <a:gd name="connsiteY3-50" fmla="*/ 126756 h 755711"/>
              <a:gd name="connsiteX4-51" fmla="*/ 12778 w 1257910"/>
              <a:gd name="connsiteY4-52" fmla="*/ 0 h 755711"/>
              <a:gd name="connsiteX0-53" fmla="*/ 1257910 w 1257910"/>
              <a:gd name="connsiteY0-54" fmla="*/ 126756 h 755711"/>
              <a:gd name="connsiteX1-55" fmla="*/ 628955 w 1257910"/>
              <a:gd name="connsiteY1-56" fmla="*/ 755711 h 755711"/>
              <a:gd name="connsiteX2-57" fmla="*/ 0 w 1257910"/>
              <a:gd name="connsiteY2-58" fmla="*/ 126756 h 755711"/>
              <a:gd name="connsiteX3-59" fmla="*/ 12778 w 1257910"/>
              <a:gd name="connsiteY3-60" fmla="*/ 0 h 755711"/>
              <a:gd name="connsiteX0-61" fmla="*/ 1257910 w 1257910"/>
              <a:gd name="connsiteY0-62" fmla="*/ 0 h 628955"/>
              <a:gd name="connsiteX1-63" fmla="*/ 628955 w 1257910"/>
              <a:gd name="connsiteY1-64" fmla="*/ 628955 h 628955"/>
              <a:gd name="connsiteX2-65" fmla="*/ 0 w 1257910"/>
              <a:gd name="connsiteY2-66" fmla="*/ 0 h 6289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57910" h="628955">
                <a:moveTo>
                  <a:pt x="1257910" y="0"/>
                </a:moveTo>
                <a:cubicBezTo>
                  <a:pt x="1257910" y="347362"/>
                  <a:pt x="976317" y="628955"/>
                  <a:pt x="628955" y="628955"/>
                </a:cubicBezTo>
                <a:cubicBezTo>
                  <a:pt x="281593" y="628955"/>
                  <a:pt x="0" y="347362"/>
                  <a:pt x="0" y="0"/>
                </a:cubicBezTo>
              </a:path>
            </a:pathLst>
          </a:custGeom>
          <a:noFill/>
          <a:ln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32" name="任意多边形: 形状 31"/>
          <p:cNvSpPr/>
          <p:nvPr userDrawn="1">
            <p:custDataLst>
              <p:tags r:id="rId18"/>
            </p:custDataLst>
          </p:nvPr>
        </p:nvSpPr>
        <p:spPr>
          <a:xfrm>
            <a:off x="890905" y="0"/>
            <a:ext cx="2728595" cy="1364615"/>
          </a:xfrm>
          <a:custGeom>
            <a:avLst/>
            <a:gdLst>
              <a:gd name="connsiteX0" fmla="*/ 26397 w 1257910"/>
              <a:gd name="connsiteY0" fmla="*/ 0 h 799585"/>
              <a:gd name="connsiteX1" fmla="*/ 1231513 w 1257910"/>
              <a:gd name="connsiteY1" fmla="*/ 0 h 799585"/>
              <a:gd name="connsiteX2" fmla="*/ 1245132 w 1257910"/>
              <a:gd name="connsiteY2" fmla="*/ 43874 h 799585"/>
              <a:gd name="connsiteX3" fmla="*/ 1257910 w 1257910"/>
              <a:gd name="connsiteY3" fmla="*/ 170630 h 799585"/>
              <a:gd name="connsiteX4" fmla="*/ 628955 w 1257910"/>
              <a:gd name="connsiteY4" fmla="*/ 799585 h 799585"/>
              <a:gd name="connsiteX5" fmla="*/ 0 w 1257910"/>
              <a:gd name="connsiteY5" fmla="*/ 170630 h 799585"/>
              <a:gd name="connsiteX6" fmla="*/ 12778 w 1257910"/>
              <a:gd name="connsiteY6" fmla="*/ 43874 h 799585"/>
              <a:gd name="connsiteX7" fmla="*/ 26397 w 1257910"/>
              <a:gd name="connsiteY7" fmla="*/ 0 h 799585"/>
              <a:gd name="connsiteX0-1" fmla="*/ 1231513 w 1322953"/>
              <a:gd name="connsiteY0-2" fmla="*/ 0 h 799585"/>
              <a:gd name="connsiteX1-3" fmla="*/ 1245132 w 1322953"/>
              <a:gd name="connsiteY1-4" fmla="*/ 43874 h 799585"/>
              <a:gd name="connsiteX2-5" fmla="*/ 1257910 w 1322953"/>
              <a:gd name="connsiteY2-6" fmla="*/ 170630 h 799585"/>
              <a:gd name="connsiteX3-7" fmla="*/ 628955 w 1322953"/>
              <a:gd name="connsiteY3-8" fmla="*/ 799585 h 799585"/>
              <a:gd name="connsiteX4-9" fmla="*/ 0 w 1322953"/>
              <a:gd name="connsiteY4-10" fmla="*/ 170630 h 799585"/>
              <a:gd name="connsiteX5-11" fmla="*/ 12778 w 1322953"/>
              <a:gd name="connsiteY5-12" fmla="*/ 43874 h 799585"/>
              <a:gd name="connsiteX6-13" fmla="*/ 26397 w 1322953"/>
              <a:gd name="connsiteY6-14" fmla="*/ 0 h 799585"/>
              <a:gd name="connsiteX7-15" fmla="*/ 1322953 w 1322953"/>
              <a:gd name="connsiteY7-16" fmla="*/ 91440 h 799585"/>
              <a:gd name="connsiteX0-17" fmla="*/ 1231513 w 1257910"/>
              <a:gd name="connsiteY0-18" fmla="*/ 0 h 799585"/>
              <a:gd name="connsiteX1-19" fmla="*/ 1245132 w 1257910"/>
              <a:gd name="connsiteY1-20" fmla="*/ 43874 h 799585"/>
              <a:gd name="connsiteX2-21" fmla="*/ 1257910 w 1257910"/>
              <a:gd name="connsiteY2-22" fmla="*/ 170630 h 799585"/>
              <a:gd name="connsiteX3-23" fmla="*/ 628955 w 1257910"/>
              <a:gd name="connsiteY3-24" fmla="*/ 799585 h 799585"/>
              <a:gd name="connsiteX4-25" fmla="*/ 0 w 1257910"/>
              <a:gd name="connsiteY4-26" fmla="*/ 170630 h 799585"/>
              <a:gd name="connsiteX5-27" fmla="*/ 12778 w 1257910"/>
              <a:gd name="connsiteY5-28" fmla="*/ 43874 h 799585"/>
              <a:gd name="connsiteX6-29" fmla="*/ 26397 w 1257910"/>
              <a:gd name="connsiteY6-30" fmla="*/ 0 h 799585"/>
              <a:gd name="connsiteX0-31" fmla="*/ 1245132 w 1257910"/>
              <a:gd name="connsiteY0-32" fmla="*/ 43874 h 799585"/>
              <a:gd name="connsiteX1-33" fmla="*/ 1257910 w 1257910"/>
              <a:gd name="connsiteY1-34" fmla="*/ 170630 h 799585"/>
              <a:gd name="connsiteX2-35" fmla="*/ 628955 w 1257910"/>
              <a:gd name="connsiteY2-36" fmla="*/ 799585 h 799585"/>
              <a:gd name="connsiteX3-37" fmla="*/ 0 w 1257910"/>
              <a:gd name="connsiteY3-38" fmla="*/ 170630 h 799585"/>
              <a:gd name="connsiteX4-39" fmla="*/ 12778 w 1257910"/>
              <a:gd name="connsiteY4-40" fmla="*/ 43874 h 799585"/>
              <a:gd name="connsiteX5-41" fmla="*/ 26397 w 1257910"/>
              <a:gd name="connsiteY5-42" fmla="*/ 0 h 799585"/>
              <a:gd name="connsiteX0-43" fmla="*/ 1245132 w 1257910"/>
              <a:gd name="connsiteY0-44" fmla="*/ 0 h 755711"/>
              <a:gd name="connsiteX1-45" fmla="*/ 1257910 w 1257910"/>
              <a:gd name="connsiteY1-46" fmla="*/ 126756 h 755711"/>
              <a:gd name="connsiteX2-47" fmla="*/ 628955 w 1257910"/>
              <a:gd name="connsiteY2-48" fmla="*/ 755711 h 755711"/>
              <a:gd name="connsiteX3-49" fmla="*/ 0 w 1257910"/>
              <a:gd name="connsiteY3-50" fmla="*/ 126756 h 755711"/>
              <a:gd name="connsiteX4-51" fmla="*/ 12778 w 1257910"/>
              <a:gd name="connsiteY4-52" fmla="*/ 0 h 755711"/>
              <a:gd name="connsiteX0-53" fmla="*/ 1257910 w 1257910"/>
              <a:gd name="connsiteY0-54" fmla="*/ 126756 h 755711"/>
              <a:gd name="connsiteX1-55" fmla="*/ 628955 w 1257910"/>
              <a:gd name="connsiteY1-56" fmla="*/ 755711 h 755711"/>
              <a:gd name="connsiteX2-57" fmla="*/ 0 w 1257910"/>
              <a:gd name="connsiteY2-58" fmla="*/ 126756 h 755711"/>
              <a:gd name="connsiteX3-59" fmla="*/ 12778 w 1257910"/>
              <a:gd name="connsiteY3-60" fmla="*/ 0 h 755711"/>
              <a:gd name="connsiteX0-61" fmla="*/ 1257910 w 1257910"/>
              <a:gd name="connsiteY0-62" fmla="*/ 0 h 628955"/>
              <a:gd name="connsiteX1-63" fmla="*/ 628955 w 1257910"/>
              <a:gd name="connsiteY1-64" fmla="*/ 628955 h 628955"/>
              <a:gd name="connsiteX2-65" fmla="*/ 0 w 1257910"/>
              <a:gd name="connsiteY2-66" fmla="*/ 0 h 6289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57910" h="628955">
                <a:moveTo>
                  <a:pt x="1257910" y="0"/>
                </a:moveTo>
                <a:cubicBezTo>
                  <a:pt x="1257910" y="347362"/>
                  <a:pt x="976317" y="628955"/>
                  <a:pt x="628955" y="628955"/>
                </a:cubicBezTo>
                <a:cubicBezTo>
                  <a:pt x="281593" y="628955"/>
                  <a:pt x="0" y="347362"/>
                  <a:pt x="0" y="0"/>
                </a:cubicBezTo>
              </a:path>
            </a:pathLst>
          </a:custGeom>
          <a:noFill/>
          <a:ln>
            <a:solidFill>
              <a:schemeClr val="accent5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9"/>
            </p:custDataLst>
          </p:nvPr>
        </p:nvSpPr>
        <p:spPr>
          <a:xfrm>
            <a:off x="838200" y="1200313"/>
            <a:ext cx="8768398" cy="2255687"/>
          </a:xfrm>
        </p:spPr>
        <p:txBody>
          <a:bodyPr anchor="b"/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23"/>
            </p:custDataLst>
          </p:nvPr>
        </p:nvSpPr>
        <p:spPr>
          <a:xfrm>
            <a:off x="886326" y="5123536"/>
            <a:ext cx="5711905" cy="83497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24"/>
            </p:custDataLst>
          </p:nvPr>
        </p:nvSpPr>
        <p:spPr>
          <a:xfrm>
            <a:off x="3718231" y="3919467"/>
            <a:ext cx="2880000" cy="102560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25"/>
            </p:custDataLst>
          </p:nvPr>
        </p:nvSpPr>
        <p:spPr>
          <a:xfrm>
            <a:off x="886326" y="3921543"/>
            <a:ext cx="2743200" cy="102560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未标题-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926182" y="4360434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8" name="副标题 2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2111375" y="3423602"/>
            <a:ext cx="7969250" cy="4622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7" name="标题 1"/>
          <p:cNvSpPr txBox="1"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111375" y="2220912"/>
            <a:ext cx="7969250" cy="11861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单击编辑母版标题</a:t>
            </a:r>
            <a:endParaRPr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未标题-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051107" y="1525320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sz="6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未标题-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3104662" y="2941157"/>
            <a:ext cx="1008000" cy="1008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wrap="none" anchor="ctr">
            <a:normAutofit/>
          </a:bodyPr>
          <a:lstStyle>
            <a:lvl1pPr marL="0" indent="0" algn="ctr"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4523063" y="3988757"/>
            <a:ext cx="4564800" cy="561600"/>
          </a:xfrm>
        </p:spPr>
        <p:txBody>
          <a:bodyPr wrap="square">
            <a:normAutofit/>
          </a:bodyPr>
          <a:lstStyle>
            <a:lvl1pPr marL="0" indent="0" algn="l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4472663" y="2498357"/>
            <a:ext cx="4604400" cy="1375200"/>
          </a:xfrm>
        </p:spPr>
        <p:txBody>
          <a:bodyPr wrap="square" anchor="b">
            <a:normAutofit/>
          </a:bodyPr>
          <a:lstStyle>
            <a:lvl1pPr algn="l">
              <a:defRPr kumimoji="0" lang="en-US" altLang="en-US" sz="54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未标题-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署名占位符 10"/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925588" y="4148385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chemeClr val="lt1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3112135" y="2432685"/>
            <a:ext cx="5968365" cy="1524635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88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tags" Target="../tags/tag82.xml"/><Relationship Id="rId5" Type="http://schemas.openxmlformats.org/officeDocument/2006/relationships/tags" Target="../tags/tag83.xml"/><Relationship Id="rId6" Type="http://schemas.openxmlformats.org/officeDocument/2006/relationships/tags" Target="../tags/tag84.xml"/><Relationship Id="rId7" Type="http://schemas.openxmlformats.org/officeDocument/2006/relationships/tags" Target="../tags/tag85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ags" Target="../tags/tag131.xml"/><Relationship Id="rId3" Type="http://schemas.openxmlformats.org/officeDocument/2006/relationships/tags" Target="../tags/tag132.xml"/><Relationship Id="rId4" Type="http://schemas.openxmlformats.org/officeDocument/2006/relationships/tags" Target="../tags/tag133.xml"/><Relationship Id="rId5" Type="http://schemas.openxmlformats.org/officeDocument/2006/relationships/tags" Target="../tags/tag134.xml"/><Relationship Id="rId6" Type="http://schemas.openxmlformats.org/officeDocument/2006/relationships/tags" Target="../tags/tag135.xml"/><Relationship Id="rId7" Type="http://schemas.openxmlformats.org/officeDocument/2006/relationships/tags" Target="../tags/tag136.xml"/><Relationship Id="rId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tags" Target="../tags/tag191.xml"/><Relationship Id="rId13" Type="http://schemas.openxmlformats.org/officeDocument/2006/relationships/image" Target="../media/image7.jpeg"/><Relationship Id="rId14" Type="http://schemas.openxmlformats.org/officeDocument/2006/relationships/tags" Target="../tags/tag192.xml"/><Relationship Id="rId15" Type="http://schemas.openxmlformats.org/officeDocument/2006/relationships/tags" Target="../tags/tag193.xml"/><Relationship Id="rId16" Type="http://schemas.openxmlformats.org/officeDocument/2006/relationships/tags" Target="../tags/tag194.xml"/><Relationship Id="rId17" Type="http://schemas.openxmlformats.org/officeDocument/2006/relationships/tags" Target="../tags/tag195.xml"/><Relationship Id="rId18" Type="http://schemas.openxmlformats.org/officeDocument/2006/relationships/tags" Target="../tags/tag196.xml"/><Relationship Id="rId1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000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000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000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未标题-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2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500000" y="2300000"/>
            <a:ext cx="9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旅游地点评选与互动系统</a:t>
            </a:r>
            <a:br/>
            <a:r>
              <a:t>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0" y="4200000"/>
            <a:ext cx="5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汇报时间：2026年7月8日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0" y="4800000"/>
            <a:ext cx="3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答辩人：张绮雯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00000" y="1000000"/>
            <a:ext cx="74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00000" y="2100000"/>
            <a:ext cx="7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2D6A4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0" y="2100000"/>
            <a:ext cx="4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项目背景与需求分析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0" y="2750000"/>
            <a:ext cx="5200000" cy="15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00000" y="2950000"/>
            <a:ext cx="7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2D6A4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0" y="2950000"/>
            <a:ext cx="4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系统设计与技术架构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3600000"/>
            <a:ext cx="5200000" cy="15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000" y="3800000"/>
            <a:ext cx="7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2D6A4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3800000"/>
            <a:ext cx="4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系统功能实现展示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4450000"/>
            <a:ext cx="5200000" cy="15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4650000"/>
            <a:ext cx="7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2D6A4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0" y="4650000"/>
            <a:ext cx="4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00" y="5300000"/>
            <a:ext cx="5200000" cy="15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3200000" y="2400000"/>
            <a:ext cx="1000000" cy="100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255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Microsoft YaHei"/>
              </a:defRPr>
            </a:pPr>
            <a:r>
              <a:t>项目背景与需求分析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6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项目背景与需求分析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3600000" cy="5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2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620000"/>
            <a:ext cx="3200000" cy="4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旅游业蓬勃发展，游客对目的地信息获取和评价反馈需求日益增长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传统旅游网站多采用静态展示，缺乏用户互动和评价机制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游客出行决策缺少真实用户评分的参考依据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旅游信息获取渠道分散，缺乏统一的评选互动平台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目的地管理依赖人工操作，效率低下且易出错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0000" y="1100000"/>
            <a:ext cx="3600000" cy="5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0000" y="12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000" y="1620000"/>
            <a:ext cx="3200000" cy="4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构建集浏览、搜索、评分、评论于一体的旅游互动平台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实现交互式五星评分机制，提供真实用户反馈数据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提供管理员后台，实现目的地信息的高效CRUD管理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采用H2嵌入式数据库实现零安装部署，开箱即用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应用Taste-Skill极简设计系统，打造专业美观界面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0000" y="1100000"/>
            <a:ext cx="3600000" cy="5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0" y="122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系统特色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0" y="1620000"/>
            <a:ext cx="3200000" cy="4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交互式五星评分：hover预览+click提交+AJAX异步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每用户每目的地仅一票：UNIQUE约束+UPSERT策略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Taste-Skill设计：暖白色调+1px边框+8px圆角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H2嵌入式数据库：零配置，MySQL兼容语法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SHA-256+Salt密码加密 + Filter双层鉴权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响应式布局 + 暗色模式自适应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3200000" y="2400000"/>
            <a:ext cx="1000000" cy="100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255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Microsoft YaHei"/>
              </a:defRPr>
            </a:pPr>
            <a:r>
              <a:t>系统设计与技术架构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6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系统设计与技术架构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5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A4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500000"/>
            <a:ext cx="54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【后端】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语言：Java 11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框架：JSP + Servlet + JDBC（MVC模式）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数据库：H2 Database 2.3.232（MySQL兼容）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服务器：Apache Tomcat 9.0.97（嵌入式）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构建：Maven 3.9 + tomcat7-maven-plugin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【前端】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视图：JSP（16个页面） + JSTL + EL表达式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样式：Taste-Skill CSS设计系统（全局变量）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脚本：Vanilla JavaScript（无框架依赖）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异步：Fetch API + AJAX（评分/上传）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字体：Inter Tight + Newsreader（Google Fonts）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0" y="1100000"/>
            <a:ext cx="5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A4F"/>
                </a:solidFill>
                <a:latin typeface="Microsoft YaHei"/>
              </a:defRPr>
            </a:pPr>
            <a:r>
              <a:t>MVC分层架构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15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┌─ View 层 ─────────────────┐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16个JSP + 2个CSS + JS脚本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Taste-Skill 设计令牌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响应式 + 暗色模式  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└───────────────────────────┘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          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┌─ Controller 层 ───────────┐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6个Servlet（@WebServlet）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路由映射 + 权限验证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PRG模式 / JSON API 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└───────────────────────────┘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          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┌─ Service 层 ──────────────┐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4个Service（业务规则）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评分校验 + 密码加密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投票去重 + 评分同步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└───────────────────────────┘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          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┌─ DAO 层 ──────────────────┐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4个DAO（纯JDBC）   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PreparedStatement 防注入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try-with-resources 管理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└───────────────────────────┘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          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┌─ Model 层 ────────────────┐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User / Destination 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│ Comment / Vote             │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Microsoft YaHei"/>
              </a:defRPr>
            </a:pPr>
            <a:r>
              <a:t>└───────────────────────────┘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6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1100000"/>
            <a:ext cx="56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20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users（用户表）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600000"/>
            <a:ext cx="52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主键: id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唯一: username, email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字段: password(SHA-256+Salt), avatar, role(user/admin), created_at, updated_at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约束: username UNIQUE, email UNIQUE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1100000"/>
            <a:ext cx="56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20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destinations（目的地表）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1600000"/>
            <a:ext cx="52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主键: id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字段: name, region, type, image, description, address, open_time, ticket_price(DECIMAL), rating(派生), popularity, created_by(FK→users)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约束: FK ON DELETE SET 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3800000"/>
            <a:ext cx="56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90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comments（评论表）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300000"/>
            <a:ext cx="52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主键: id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字段: destination_id(FK), user_id(FK), content(TEXT), rating(1-5), created_at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约束: FK→destinations ON DELETE CASCADE, FK→users ON DELETE CASCADE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3800000"/>
            <a:ext cx="56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0" y="390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votes（投票表）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4300000"/>
            <a:ext cx="52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主键: id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字段: destination_id(FK), user_id(FK), score(1-5), created_at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约束: UNIQUE(destination_id, user_id) ★每用户每目的地仅一票, FK ON DELETE CASCADE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6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系统创新性与项目价值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1100000"/>
            <a:ext cx="3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01  交互式五星评分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" y="1500000"/>
            <a:ext cx="37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hover预览：鼠标悬停高亮变金黄色并显示文字提示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click提交：Fetch API异步POST，无需刷新页面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UPSERT策略：已评分则UPDATE，未评分则INSERT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实时更新：评分后立即刷新平均分、星级、投票数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UNIQUE约束：每用户每目的地仅一票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0" y="1100000"/>
            <a:ext cx="3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02  安全防护体系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1500000"/>
            <a:ext cx="37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SHA-256 + 16字节随机盐值加密密码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AuthFilter双层鉴权（登录状态 + 管理员角色）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PreparedStatement参数化查询全面防SQL注入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JSP自动转义 + Filter链防护XSS攻击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Session 30分钟超时 + 安全退出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1100000"/>
            <a:ext cx="3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03  设计系统与体验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500000"/>
            <a:ext cx="37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Taste-Skill CSS自定义属性统一视觉语言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Bento Grid 12列非对称网格首页布局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IntersectionObserver滚动渐入动画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响应式布局768px断点 + 暗色模式自适应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Toast消息通知 + 按钮scale(0.98)反馈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5200000"/>
            <a:ext cx="11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项目价值：为游客提供便捷的旅游信息获取和社区评价互动平台  |  通过用户评分数据聚合形成社区驱动的目的地推荐  |  为旅游数字化转型提供实践案例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3200000" y="2400000"/>
            <a:ext cx="1000000" cy="100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255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Microsoft YaHei"/>
              </a:defRPr>
            </a:pPr>
            <a:r>
              <a:t>系统功能实现展示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Microsoft YaHei"/>
              </a:defRPr>
            </a:pPr>
            <a:r>
              <a:t>前台核心页面展示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9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系统首页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Bento Grid 12列非对称网格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6大热门目的地卡片展示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三合一搜索栏（关键字+地区+类型）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4列统计卡片（目的地/地区/类型/投票数）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Hero区域 + CTA按钮引导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9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目的地列表页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14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表格视图展示全部12个目的地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筛选工具栏（地区+类型+排序）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关键字模糊搜索（名称+描述）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评分/热度/最新三种排序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卡片悬停上浮动效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37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8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目的地详情页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2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大幅封面图（1200×600）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信息侧边栏（地址/时间/票价/热度）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★交互式五星评分组件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评论区（发表+列表+删除）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Toast消息通知反馈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37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0" y="38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登录 &amp; 注册页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42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中央居中卡片布局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支持用户名或邮箱登录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前端密码一致性校验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后端用户名/邮箱唯一性检查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SHA-256+Salt加密存储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Microsoft YaHei"/>
              </a:defRPr>
            </a:pPr>
            <a:r>
              <a:t>核心互动功能：星级评分与评论管理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900000"/>
            <a:ext cx="5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A4F"/>
                </a:solidFill>
                <a:latin typeface="Microsoft YaHei"/>
              </a:defRPr>
            </a:pPr>
            <a:r>
              <a:t>⭐ 五星评分机制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3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【前端交互流程】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1. hover → 星星变金黄(#e6a817) + 文字提示(很差/较差/一般/较好/非常好)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2. click → 构建URLSearchParams → Fetch POST /vote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3. 解析JSON → 更新currentScore → highlight() → Toast通知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4. 防重复提交：isSubmitting布尔锁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【后端处理流程】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1. VoteServlet接收AJAX请求 → 验证登录(401 if not)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2. VoteService.rate() → clamp评分1-5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3. VoteDAO.rate() → findByUserAndDestination()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 存在？→ UPDATE score   不存在？→ INSERT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4. DestinationDAO.updateRating() → SELECT AVG(score)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5. 返回JSON: {success, avgRating, voteCount, userScore}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【API端点】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POST /vote?action=rate      → 提交/修改评分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POST /vote?action=unrate    → 取消评分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GET  /vote?destinationId=X  → 查询状态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0" y="900000"/>
            <a:ext cx="5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A4F"/>
                </a:solidFill>
                <a:latin typeface="Microsoft YaHei"/>
              </a:defRPr>
            </a:pPr>
            <a:r>
              <a:t>💬 评论管理功能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13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【发表评论】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1. 登录用户在详情页输入文字内容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2. 表单POST /comment（accept-charset="UTF-8"）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3. CommentServlet → CommentService.addComment()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4. CommentDAO.create() → INSERT INTO comments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5. 302重定向 → 页面刷新 → 新评论显示在列表顶部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【删除评论】★新增功能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1. 每条评论右侧显示"×"删除按钮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2. 按钮仅对评论作者和管理员可见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3. 点击 → confirm("确定要删除这条评论吗？")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4. POST /comment?action=delete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5. CommentService.deleteComment() 三重校验：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 ① 评论存在性（findById）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 ② 作者匹配 或 管理员越权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   ③ 通过后 → DAO.delete() 物理删除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【中文乱码修复】★关键修复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移除@WebFilter双重重注册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web.xml显式声明Filter执行顺序（Encoding先于Auth）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防御性request.setCharacterEncoding("UTF-8")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Microsoft YaHei"/>
              </a:defRPr>
            </a:pPr>
            <a:r>
              <a:t>管理后台功能展示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9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后台仪表盘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4个统计卡片：目的地/用户/投票总数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管理员专属入口（AuthFilter拦截）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登录后自动跳转仪表盘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全局导航栏显示"Admin"入口链接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9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目的地CRUD管理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14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创建：8字段表单 + AJAX图片上传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编辑：预填充表单 + UPDATE提交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删除：confirm确认 + 级联删除评论投票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图片上传：File API预览 + FormData POST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UUID文件名 + 类型校验(JPG/PNG/GIF/WebP)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大小限制：最大5MB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37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8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用户管理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2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用户列表查看（ID/用户名/邮箱/角色/时间）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管理员可删除用户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普通用户不可访问管理路径（302重定向）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角色区分：user vs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37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0" y="38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搜索与数据操作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42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多条件组合搜索（关键字+地区+类型+排序）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INSERT：PreparedStatement参数化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UPDATE：仅更新可变字段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DELETE：外键ON DELETE CASCADE级联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AVG聚合：实时计算平均评分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Microsoft YaHei"/>
              </a:defRPr>
            </a:pPr>
            <a:r>
              <a:t>搜索筛选与个人中心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9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多条件搜索与筛选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关键字模糊匹配：name LIKE ? OR description LIKE ?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地区精确筛选：WHERE region = ?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类型精确筛选：WHERE type = ?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三合一首页搜索栏（关键字+地区下拉+类型下拉）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StringBuilder动态拼接WHERE条件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三种排序：popularity DESC / rating DESC / created_at DESC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支持任意条件组合（全部可选）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9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个人中心（user/profile.jsp）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14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资料编辑：修改用户名/邮箱/头像URL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密码修改：验证原密码 + 新密码SHA-256加密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Session同步：更新后刷新session中User对象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表单预填充当前信息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前端校验 + 后端双重验证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37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8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Taste-Skill设计系统应用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2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CSS自定义属性：全局颜色/间距/圆角/阴影令牌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暖白色(#FBFBFA)背景 + 1px细边框(#EAEAEA)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8px统一圆角 + 微妙阴影(rgba 0.04)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IntersectionObserver滚动渐入动画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prefers-color-scheme暗色模式自动切换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prefers-reduced-motion尊重用户偏好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768px响应式断点 + 触控友好(44px+)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3700000"/>
            <a:ext cx="5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0" y="38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安全性设计总结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4220000"/>
            <a:ext cx="520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密码：SHA-256 + 16字节随机盐（格式："salt:hash"）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SQL注入：全PreparedStatement参数化查询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XSS防护：JSP自动转义HTML实体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认证：AuthFilter拦截所有非公开路径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授权：user.isAdmin()双重校验管理员权限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Session：30分钟超时 + session.invalidate()退出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编码：EncodingFilter → web.xml显式顺序 → UTF-8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文件上传：扩展名白名单 + 大小5MB限制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Microsoft YaHei"/>
              </a:defRPr>
            </a:pPr>
            <a:r>
              <a:t>关键技术实现细节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900000"/>
            <a:ext cx="560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DBUtil：双重检查锁定单例初始化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20000"/>
            <a:ext cx="520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volatile + synchronized (Double-Checked Locking)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首次getConnection()时自动建表+插入12条种子数据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H2 URL: jdbc:h2:file:./data/travel_db;MODE=MySQL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DB_CLOSE_DELAY=-1：JVM退出前保持连接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DATABASE_TO_LOWER=TRUE：统一小写表名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initDatabase()：DROP→CREATE→INSERT，幂等初始化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close(AutoCloseable...)：可变参数静默关闭工具方法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900000"/>
            <a:ext cx="560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0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Filter链：编码 → 认证 → Servlet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0" y="1420000"/>
            <a:ext cx="520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web.xml显式声明Filter执行顺序（解决@WebFilter无序问题）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EncodingFilter：request.setCharacterEncoding("UTF-8")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AuthFilter三级检查：静态资源放行 → 公开路径放行 → Session验证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管理员路径额外校验：user.isAdmin() → 否则302到首页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白名单路径：css/js/images/uploads + 登录/注册/首页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未登录访问受保护页 → 302重定向到login.jsp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3300000"/>
            <a:ext cx="560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4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VoteDAO：UPSERT评分策略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820000"/>
            <a:ext cx="520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rate(destId, userId, score)：先查后改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存在 → UPDATE votes SET score=? WHERE id=?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不存在 → INSERT INTO votes (...) VALUES (...)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getAverageScore(destId)：SELECT COALESCE(AVG(score),0)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removeRating(destId, userId)：DELETE + 重算AVG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精度：Math.round(avg * 10.0) / 10.0（1位小数）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3300000"/>
            <a:ext cx="560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0" y="342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项目统计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3820000"/>
            <a:ext cx="520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总代码行数：约3,500行（Java + JSP + CSS + JS）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Servlet控制器：6个 | DAO数据访问：4个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Service业务逻辑：4个 | Model实体：4个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Filter过滤器：2个 | Util工具类：3个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JSP页面：16个 | CSS样式文件：2个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数据库表：4张 | 示例数据：12条目的地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Microsoft YaHei"/>
              </a:defRPr>
            </a:pPr>
            <a:r>
              <a:t>• 测试用例：97项全部通过（100%通过率）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3200000" y="2400000"/>
            <a:ext cx="1000000" cy="100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255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900000"/>
            <a:ext cx="5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A4F"/>
                </a:solidFill>
                <a:latin typeface="Microsoft YaHei"/>
              </a:defRPr>
            </a:pPr>
            <a:r>
              <a:t>项目开发中解决的关键问题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3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1. 中文乱码修复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移除@WebFilter双重重注册，在web.xml中显式声明Filter执行顺序（EncodingFilter先于AuthFilter），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配合CommentServlet防御性setCharacterEncoding调用，彻底解决POST请求中文参数乱码。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2. 评分UPSERT逻辑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通过数据库UNIQUE(destination_id, user_id)联合约束 + 应用层findByUserAndDestination →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UPDATE/INSERT分支策略，实现优雅的评分创建/修改二合一，避免唯一约束冲突。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3. Servlet 3.0兼容适配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将web.xml命名空间从Servlet 3.1降级至3.0以兼容Tomcat 7嵌入式容器（tomcat7-maven-plugin 2.2），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同时保留metadata-complete="false"启用@WebServlet/@WebFilter注解扫描。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4. 评论删除权限控制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通过CommentService.deleteComment()实现三层校验：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① findById检查评论存在性 → ② 作者ID匹配或isAdmin()校验 → ③ DAO.delete()物理删除。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前端JSP条件渲染删除按钮（仅作者或管理员可见），JavaScript confirm()二次确认防止误删。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0" y="900000"/>
            <a:ext cx="5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A4F"/>
                </a:solidFill>
                <a:latin typeface="Microsoft YaHei"/>
              </a:defRPr>
            </a:pPr>
            <a:r>
              <a:t>未来改进方向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13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1. 密码加密升级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SHA-256 → bcrypt/scrypt/PBKDF2慢哈希算法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2. 数据持久化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DBUtil中DROP TABLE改为CREATE TABLE IF NOT EXISTS，保留用户数据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3. CSRF与安全加固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为表单添加CSRF Token + 登录失败次数限制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4. 日志与监控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printStackTrace → SLF4J/Logback统一日志框架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5. 单元测试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JUnit 5 + Mockito + H2内存库自动化测试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6. 移动端扩展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Flutter跨平台App开发 + RESTful API重构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7. 智能推荐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基于协同过滤算法的个性化目的地推荐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8. 在线支付与预订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Microsoft YaHei"/>
              </a:defRPr>
            </a:pPr>
            <a:r>
              <a:t>   微信/支付宝集成 + 在线票务预订系统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500000" y="2200000"/>
            <a:ext cx="9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Microsoft YaHei"/>
              </a:defRPr>
            </a:pPr>
            <a:r>
              <a:t>敬请老师批评指正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0" y="4000000"/>
            <a:ext cx="4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答辩人：张绮雯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0" y="4500000"/>
            <a:ext cx="4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汇报时间：2026年7月8日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UNIT_TYPE" val="i"/>
  <p:tag name="KSO_WM_UNIT_INDEX" val="6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UNIT_TYPE" val="i"/>
  <p:tag name="KSO_WM_UNIT_INDEX" val="7"/>
</p:tagLst>
</file>

<file path=ppt/tags/tag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UNIT_TYPE" val="i"/>
  <p:tag name="KSO_WM_UNIT_INDEX" val="8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UNIT_TYPE" val="i"/>
  <p:tag name="KSO_WM_UNIT_INDEX" val="9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UNIT_TYPE" val="i"/>
  <p:tag name="KSO_WM_UNIT_INDEX" val="10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UNIT_TYPE" val="i"/>
  <p:tag name="KSO_WM_UNIT_INDEX" val="11"/>
</p:tagLst>
</file>

<file path=ppt/tags/tag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UNIT_TYPE" val="i"/>
  <p:tag name="KSO_WM_UNIT_INDEX" val="1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TEMPLATE_CATEGORY" val="custom"/>
  <p:tag name="KSO_WM_TEMPLATE_INDEX" val="20230979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NOCLEAR" val="0"/>
  <p:tag name="KSO_WM_TEMPLATE_CATEGORY" val="custom"/>
  <p:tag name="KSO_WM_TEMPLATE_INDEX" val="20230979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79"/>
  <p:tag name="KSO_WM_TEMPLATE_THUMBS_INDEX" val="1、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TYPE" val="i"/>
  <p:tag name="KSO_WM_UNIT_INDEX" val="4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UNIT_TYPE" val="i"/>
  <p:tag name="KSO_WM_UNIT_INDEX" val="6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UNIT_TYPE" val="i"/>
  <p:tag name="KSO_WM_UNIT_INDEX" val="7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UNIT_TYPE" val="i"/>
  <p:tag name="KSO_WM_UNIT_INDEX" val="8"/>
</p:tagLst>
</file>

<file path=ppt/tags/tag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UNIT_TYPE" val="i"/>
  <p:tag name="KSO_WM_UNIT_INDEX" val="9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UNIT_TYPE" val="i"/>
  <p:tag name="KSO_WM_UNIT_INDEX" val="10"/>
</p:tagLst>
</file>

<file path=ppt/tags/tag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UNIT_TYPE" val="i"/>
  <p:tag name="KSO_WM_UNIT_INDEX" val="11"/>
</p:tagLst>
</file>

<file path=ppt/tags/tag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UNIT_TYPE" val="i"/>
  <p:tag name="KSO_WM_UNIT_INDEX" val="1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TEMPLATE_CATEGORY" val="custom"/>
  <p:tag name="KSO_WM_TEMPLATE_INDEX" val="20230979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NOCLEAR" val="0"/>
  <p:tag name="KSO_WM_TEMPLATE_CATEGORY" val="custom"/>
  <p:tag name="KSO_WM_TEMPLATE_INDEX" val="20230979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79"/>
  <p:tag name="KSO_WM_TEMPLATE_THUMBS_INDEX" val="1、9"/>
</p:tagLst>
</file>

<file path=ppt/tags/tag1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1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1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TYPE" val="i"/>
  <p:tag name="KSO_WM_UNIT_INDEX" val="4"/>
</p:tagLst>
</file>

<file path=ppt/tags/tag1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1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1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TYPE" val="i"/>
  <p:tag name="KSO_WM_UNIT_INDEX" val="8"/>
</p:tagLst>
</file>

<file path=ppt/tags/tag1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TYPE" val="i"/>
  <p:tag name="KSO_WM_UNIT_INDEX" val="9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81"/>
  <p:tag name="KSO_WM_UNIT_TYPE" val="f"/>
  <p:tag name="KSO_WM_UNIT_INDEX" val="3"/>
  <p:tag name="KSO_WM_UNIT_SUBTYPE" val="g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2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TEMPLATE_CATEGORY" val="custom"/>
  <p:tag name="KSO_WM_TEMPLATE_INDEX" val="20230979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NOCLEAR" val="0"/>
  <p:tag name="KSO_WM_TEMPLATE_CATEGORY" val="custom"/>
  <p:tag name="KSO_WM_TEMPLATE_INDEX" val="20230979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79"/>
  <p:tag name="KSO_WM_TEMPLATE_THUMBS_INDEX" val="1、9"/>
</p:tagLst>
</file>

<file path=ppt/tags/tag137.xml><?xml version="1.0" encoding="utf-8"?>
<p:tagLst xmlns:p="http://schemas.openxmlformats.org/presentationml/2006/main">
  <p:tag name="MasterZOrder" val="1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  <p:tag name="KSO_WM_TEMPLATE_CATEGORY" val="custom"/>
  <p:tag name="KSO_WM_TEMPLATE_USER_THEME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141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4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4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4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45.xml><?xml version="1.0" encoding="utf-8"?>
<p:tagLst xmlns:p="http://schemas.openxmlformats.org/presentationml/2006/main">
  <p:tag name="KSO_WM_UNIT_TYPE" val="a"/>
  <p:tag name="KSO_WM_UNIT_INDEX" val="1"/>
  <p:tag name="KSO_WM_UNIT_ID" val="_2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46.xml><?xml version="1.0" encoding="utf-8"?>
<p:tagLst xmlns:p="http://schemas.openxmlformats.org/presentationml/2006/main">
  <p:tag name="MasterZOrder" val="1"/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51.xml><?xml version="1.0" encoding="utf-8"?>
<p:tagLst xmlns:p="http://schemas.openxmlformats.org/presentationml/2006/main">
  <p:tag name="MasterZOrder" val="1"/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5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TEMPLATE_CATEGORY" val="custom"/>
  <p:tag name="KSO_WM_TEMPLATE_USER_THEME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TEMPLATE_CATEGORY" val="custom"/>
  <p:tag name="KSO_WM_TEMPLATE_USER_THEME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CATEGORY" val="custom"/>
  <p:tag name="KSO_WM_TEMPLATE_USER_THEME" val="1"/>
</p:tagLst>
</file>

<file path=ppt/tags/tag158.xml><?xml version="1.0" encoding="utf-8"?>
<p:tagLst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59.xml><?xml version="1.0" encoding="utf-8"?>
<p:tagLst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3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4.xml><?xml version="1.0" encoding="utf-8"?>
<p:tagLst xmlns:p="http://schemas.openxmlformats.org/presentationml/2006/main">
  <p:tag name="KSO_WM_UNIT_TYPE" val="f"/>
  <p:tag name="KSO_WM_UNIT_INDEX" val="1"/>
  <p:tag name="KSO_WM_UNIT_ID" val="_6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5.xml><?xml version="1.0" encoding="utf-8"?>
<p:tagLst xmlns:p="http://schemas.openxmlformats.org/presentationml/2006/main">
  <p:tag name="KSO_WM_UNIT_TYPE" val="f"/>
  <p:tag name="KSO_WM_UNIT_INDEX" val="2"/>
  <p:tag name="KSO_WM_UNIT_ID" val="_6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6.xml><?xml version="1.0" encoding="utf-8"?>
<p:tagLst xmlns:p="http://schemas.openxmlformats.org/presentationml/2006/main">
  <p:tag name="KSO_WM_UNIT_TYPE" val="f"/>
  <p:tag name="KSO_WM_UNIT_INDEX" val="3"/>
  <p:tag name="KSO_WM_UNIT_ID" val="_6*f*3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7.xml><?xml version="1.0" encoding="utf-8"?>
<p:tagLst xmlns:p="http://schemas.openxmlformats.org/presentationml/2006/main">
  <p:tag name="KSO_WM_UNIT_TYPE" val="f"/>
  <p:tag name="KSO_WM_UNIT_INDEX" val="4"/>
  <p:tag name="KSO_WM_UNIT_ID" val="_6*f*4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6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1.xml><?xml version="1.0" encoding="utf-8"?>
<p:tagLst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5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79.xml><?xml version="1.0" encoding="utf-8"?>
<p:tagLst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6.xml><?xml version="1.0" encoding="utf-8"?>
<p:tagLst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7.xml><?xml version="1.0" encoding="utf-8"?>
<p:tagLst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8.xml><?xml version="1.0" encoding="utf-8"?>
<p:tagLst xmlns:p="http://schemas.openxmlformats.org/presentationml/2006/main">
  <p:tag name="MasterZOrder" val="1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191.xml><?xml version="1.0" encoding="utf-8"?>
<p:tagLst xmlns:p="http://schemas.openxmlformats.org/presentationml/2006/main">
  <p:tag name="MasterZOrder" val="1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5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6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78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">
      <a:dk1>
        <a:sysClr val="windowText" lastClr="000000"/>
      </a:dk1>
      <a:lt1>
        <a:sysClr val="window" lastClr="FFFFFF"/>
      </a:lt1>
      <a:dk2>
        <a:srgbClr val="1E3643"/>
      </a:dk2>
      <a:lt2>
        <a:srgbClr val="EAFCFB"/>
      </a:lt2>
      <a:accent1>
        <a:srgbClr val="20DAD6"/>
      </a:accent1>
      <a:accent2>
        <a:srgbClr val="43AFB6"/>
      </a:accent2>
      <a:accent3>
        <a:srgbClr val="3F8297"/>
      </a:accent3>
      <a:accent4>
        <a:srgbClr val="3D6C87"/>
      </a:accent4>
      <a:accent5>
        <a:srgbClr val="FFC961"/>
      </a:accent5>
      <a:accent6>
        <a:srgbClr val="FF9845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accent4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43">
      <a:dk1>
        <a:sysClr val="windowText" lastClr="000000"/>
      </a:dk1>
      <a:lt1>
        <a:sysClr val="window" lastClr="FFFFFF"/>
      </a:lt1>
      <a:dk2>
        <a:srgbClr val="1E3643"/>
      </a:dk2>
      <a:lt2>
        <a:srgbClr val="EAFCFB"/>
      </a:lt2>
      <a:accent1>
        <a:srgbClr val="20DAD6"/>
      </a:accent1>
      <a:accent2>
        <a:srgbClr val="43AFB6"/>
      </a:accent2>
      <a:accent3>
        <a:srgbClr val="3F8297"/>
      </a:accent3>
      <a:accent4>
        <a:srgbClr val="3D6C87"/>
      </a:accent4>
      <a:accent5>
        <a:srgbClr val="FFC961"/>
      </a:accent5>
      <a:accent6>
        <a:srgbClr val="FF9845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accent4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主题​​">
  <a:themeElements>
    <a:clrScheme name="自定义 43">
      <a:dk1>
        <a:sysClr val="windowText" lastClr="000000"/>
      </a:dk1>
      <a:lt1>
        <a:sysClr val="window" lastClr="FFFFFF"/>
      </a:lt1>
      <a:dk2>
        <a:srgbClr val="1E3643"/>
      </a:dk2>
      <a:lt2>
        <a:srgbClr val="EAFCFB"/>
      </a:lt2>
      <a:accent1>
        <a:srgbClr val="20DAD6"/>
      </a:accent1>
      <a:accent2>
        <a:srgbClr val="43AFB6"/>
      </a:accent2>
      <a:accent3>
        <a:srgbClr val="3F8297"/>
      </a:accent3>
      <a:accent4>
        <a:srgbClr val="3D6C87"/>
      </a:accent4>
      <a:accent5>
        <a:srgbClr val="FFC961"/>
      </a:accent5>
      <a:accent6>
        <a:srgbClr val="FF9845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accent4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B2B3B"/>
      </a:dk2>
      <a:lt2>
        <a:srgbClr val="F4FAFD"/>
      </a:lt2>
      <a:accent1>
        <a:srgbClr val="67B9E3"/>
      </a:accent1>
      <a:accent2>
        <a:srgbClr val="C5D8DF"/>
      </a:accent2>
      <a:accent3>
        <a:srgbClr val="82C0DB"/>
      </a:accent3>
      <a:accent4>
        <a:srgbClr val="A6CDDE"/>
      </a:accent4>
      <a:accent5>
        <a:srgbClr val="0681C4"/>
      </a:accent5>
      <a:accent6>
        <a:srgbClr val="5F94AC"/>
      </a:accent6>
      <a:hlink>
        <a:srgbClr val="0026E5"/>
      </a:hlink>
      <a:folHlink>
        <a:srgbClr val="7E1FAD"/>
      </a:folHlink>
    </a:clrScheme>
    <a:fontScheme name="默认设计模板">
      <a:majorFont>
        <a:latin typeface="Arial"/>
        <a:ea typeface="宋体"/>
        <a:cs typeface=""/>
      </a:majorFont>
      <a:minorFont>
        <a:latin typeface="宋体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1591</Words>
  <Application>WPS 演示</Application>
  <PresentationFormat>宽屏</PresentationFormat>
  <Paragraphs>186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Times New Roman</vt:lpstr>
      <vt:lpstr>Calibri</vt:lpstr>
      <vt:lpstr>微软雅黑</vt:lpstr>
      <vt:lpstr>Arial Unicode MS</vt:lpstr>
      <vt:lpstr>WPS</vt:lpstr>
      <vt:lpstr>1_Office 主题​​</vt:lpstr>
      <vt:lpstr>3_Office 主题​​</vt:lpstr>
      <vt:lpstr>5_Office 主题​​</vt:lpstr>
      <vt:lpstr>Office 主题</vt:lpstr>
      <vt:lpstr>基于SpringBoot+Vue高校自习室预定系统的设计与实现</vt:lpstr>
      <vt:lpstr>目录</vt:lpstr>
      <vt:lpstr>课题背景及国内外研究现状</vt:lpstr>
      <vt:lpstr>课题背景及国内外研究现状</vt:lpstr>
      <vt:lpstr>系统创新性以及意义</vt:lpstr>
      <vt:lpstr>PowerPoint 演示文稿</vt:lpstr>
      <vt:lpstr>PowerPoint 演示文稿</vt:lpstr>
      <vt:lpstr>PowerPoint 演示文稿</vt:lpstr>
      <vt:lpstr>系统界面实现</vt:lpstr>
      <vt:lpstr>系统管理员核心功能模块的实现</vt:lpstr>
      <vt:lpstr>系统管理员核心功能模块的实现</vt:lpstr>
      <vt:lpstr>学生核心功能模块的实现</vt:lpstr>
      <vt:lpstr>学生核心功能模块的实现</vt:lpstr>
      <vt:lpstr>学生核心功能模块的实现</vt:lpstr>
      <vt:lpstr>总结</vt:lpstr>
      <vt:lpstr>总结</vt:lpstr>
      <vt:lpstr>敬请老师批评指正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阿迪</dc:creator>
  <cp:lastModifiedBy>洪：）</cp:lastModifiedBy>
  <cp:revision>191</cp:revision>
  <dcterms:created xsi:type="dcterms:W3CDTF">2019-06-19T02:08:00Z</dcterms:created>
  <dcterms:modified xsi:type="dcterms:W3CDTF">2026-07-08T02:34:26Z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6BE918F116ED4ABB90B4C142CCFDCBFF_11</vt:lpwstr>
  </property>
</Properties>
</file>